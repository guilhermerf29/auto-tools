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513" r:id="rId7"/>
    <p:sldId id="261" r:id="rId8"/>
    <p:sldId id="262" r:id="rId9"/>
    <p:sldId id="263" r:id="rId10"/>
    <p:sldId id="514" r:id="rId11"/>
    <p:sldId id="264" r:id="rId12"/>
    <p:sldId id="265" r:id="rId13"/>
    <p:sldId id="266" r:id="rId14"/>
    <p:sldId id="614" r:id="rId15"/>
    <p:sldId id="267" r:id="rId16"/>
    <p:sldId id="268" r:id="rId17"/>
    <p:sldId id="269" r:id="rId18"/>
    <p:sldId id="516" r:id="rId19"/>
    <p:sldId id="270" r:id="rId20"/>
    <p:sldId id="271" r:id="rId21"/>
    <p:sldId id="272" r:id="rId22"/>
    <p:sldId id="517" r:id="rId23"/>
    <p:sldId id="273" r:id="rId24"/>
    <p:sldId id="274" r:id="rId25"/>
    <p:sldId id="275" r:id="rId26"/>
    <p:sldId id="518" r:id="rId27"/>
    <p:sldId id="276" r:id="rId28"/>
    <p:sldId id="277" r:id="rId29"/>
    <p:sldId id="278" r:id="rId30"/>
    <p:sldId id="519" r:id="rId31"/>
    <p:sldId id="279" r:id="rId32"/>
    <p:sldId id="280" r:id="rId33"/>
    <p:sldId id="281" r:id="rId34"/>
    <p:sldId id="520" r:id="rId35"/>
    <p:sldId id="282" r:id="rId36"/>
    <p:sldId id="283" r:id="rId37"/>
    <p:sldId id="284" r:id="rId38"/>
    <p:sldId id="521" r:id="rId39"/>
    <p:sldId id="285" r:id="rId40"/>
    <p:sldId id="286" r:id="rId41"/>
    <p:sldId id="287" r:id="rId42"/>
    <p:sldId id="522" r:id="rId43"/>
    <p:sldId id="486" r:id="rId44"/>
    <p:sldId id="288" r:id="rId45"/>
  </p:sldIdLst>
  <p:sldSz cx="12192000" cy="6858000"/>
  <p:notesSz cx="6858000" cy="9144000"/>
  <p:embeddedFontLst>
    <p:embeddedFont>
      <p:font typeface="Arial Black" panose="020B0A04020102020204" pitchFamily="34" charset="0"/>
      <p:bold r:id="rId47"/>
    </p:embeddedFont>
    <p:embeddedFont>
      <p:font typeface="Libre Franklin" pitchFamily="2" charset="0"/>
      <p:regular r:id="rId48"/>
      <p:bold r:id="rId49"/>
      <p:italic r:id="rId50"/>
      <p:boldItalic r:id="rId51"/>
    </p:embeddedFont>
    <p:embeddedFont>
      <p:font typeface="Libre Franklin Medium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1" roundtripDataSignature="AMtx7mibT9UdGRkOtThPRTLdOy9Tbwch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6DF43A-6BAA-40BF-B69F-B974AA1112A9}">
  <a:tblStyle styleId="{126DF43A-6BAA-40BF-B69F-B974AA1112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7" y="22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10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88F3-AE64-BDA8-2B85-364E9F0F0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F899B5BA-1B4D-1FB7-68F5-20332B61E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0013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51D3-FF71-4F02-D11D-9866FEBAB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0FFB7D63-F1B6-5627-3FFC-C6624B0A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9022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A01D1-FAA7-2D9E-1F02-4C066087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C03D65A3-DDEB-99A0-6D3A-1B046303A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38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C462-393B-E049-B00F-F9C20B74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52AA3924-CF8B-8B38-6736-973FF1A1F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647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030A-5133-F4C7-E3CF-4916421E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DBFCF87E-1986-A6A7-2880-F86A52360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8820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5A46-53D6-50A2-ED57-A7F2924F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5461A8CD-F2DE-E168-DF4E-050BD7192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2693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5AE1-8B43-45FF-8B10-8AF0B787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4EE98667-C146-D06A-9E44-56436238E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6635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E7CE-4CD7-EEC8-0D29-7B82272D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33A0BC4A-EFFB-C616-2C40-0441E95BB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747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3916-99BB-65E7-CA24-CE5AABD4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72E4E99C-7941-ABB1-DECC-BB5F5F5E9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3174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AA31-4E03-5F98-D2EB-2FF865EC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A7CAA374-E29B-B22D-7266-292442F22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ASK por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Load Factor por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Metas de Load Factor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ASK por  Semana do Ano e Empresa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8295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B362D570-1B82-700B-2696-B1EEC3D3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d3fa5a221f_2_0:notes">
            <a:extLst>
              <a:ext uri="{FF2B5EF4-FFF2-40B4-BE49-F238E27FC236}">
                <a16:creationId xmlns:a16="http://schemas.microsoft.com/office/drawing/2014/main" id="{F969B330-A748-8E47-D6E2-10BBA7747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7" name="Google Shape;687;g2d3fa5a221f_2_0:notes">
            <a:extLst>
              <a:ext uri="{FF2B5EF4-FFF2-40B4-BE49-F238E27FC236}">
                <a16:creationId xmlns:a16="http://schemas.microsoft.com/office/drawing/2014/main" id="{FADCBB02-AC86-6BDB-ACF9-001B0CD322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668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apa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/>
          <p:nvPr/>
        </p:nvSpPr>
        <p:spPr>
          <a:xfrm>
            <a:off x="0" y="0"/>
            <a:ext cx="12192000" cy="43383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4" name="Google Shape;74;p43"/>
          <p:cNvSpPr>
            <a:spLocks noGrp="1"/>
          </p:cNvSpPr>
          <p:nvPr>
            <p:ph type="pic" idx="2"/>
          </p:nvPr>
        </p:nvSpPr>
        <p:spPr>
          <a:xfrm>
            <a:off x="4752847" y="959801"/>
            <a:ext cx="7439153" cy="5212715"/>
          </a:xfrm>
          <a:prstGeom prst="rect">
            <a:avLst/>
          </a:prstGeom>
          <a:solidFill>
            <a:srgbClr val="DBECED"/>
          </a:solidFill>
          <a:ln>
            <a:noFill/>
          </a:ln>
        </p:spPr>
      </p:sp>
      <p:pic>
        <p:nvPicPr>
          <p:cNvPr id="75" name="Google Shape;75;p43" descr="Uma imagem contendo gráficos vetoriais, texto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1198" y="646430"/>
            <a:ext cx="1970722" cy="79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3"/>
          <p:cNvSpPr txBox="1">
            <a:spLocks noGrp="1"/>
          </p:cNvSpPr>
          <p:nvPr>
            <p:ph type="ctrTitle"/>
          </p:nvPr>
        </p:nvSpPr>
        <p:spPr>
          <a:xfrm>
            <a:off x="691198" y="1637707"/>
            <a:ext cx="33728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Franklin Medium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ubTitle" idx="1"/>
          </p:nvPr>
        </p:nvSpPr>
        <p:spPr>
          <a:xfrm>
            <a:off x="691198" y="4539572"/>
            <a:ext cx="337280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capa 1">
  <p:cSld name="Subcapa 1">
    <p:bg>
      <p:bgPr>
        <a:solidFill>
          <a:srgbClr val="F9DED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388936"/>
            <a:ext cx="12192001" cy="28410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4"/>
          <p:cNvSpPr/>
          <p:nvPr/>
        </p:nvSpPr>
        <p:spPr>
          <a:xfrm>
            <a:off x="0" y="3229948"/>
            <a:ext cx="12191999" cy="362805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1" name="Google Shape;81;p44"/>
          <p:cNvSpPr txBox="1"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 Medium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capa 2">
  <p:cSld name="Subcapa 2">
    <p:bg>
      <p:bgPr>
        <a:solidFill>
          <a:srgbClr val="F9DED5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5"/>
          <p:cNvSpPr/>
          <p:nvPr/>
        </p:nvSpPr>
        <p:spPr>
          <a:xfrm>
            <a:off x="0" y="3229948"/>
            <a:ext cx="12191999" cy="362805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4" name="Google Shape;84;p45"/>
          <p:cNvSpPr txBox="1"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 Medium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pic>
        <p:nvPicPr>
          <p:cNvPr id="85" name="Google Shape;8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3099"/>
            <a:ext cx="12192000" cy="2711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capa 3">
  <p:cSld name="Subcapa 3">
    <p:bg>
      <p:bgPr>
        <a:solidFill>
          <a:srgbClr val="F9DED5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6"/>
          <p:cNvSpPr/>
          <p:nvPr/>
        </p:nvSpPr>
        <p:spPr>
          <a:xfrm>
            <a:off x="0" y="3212842"/>
            <a:ext cx="12191999" cy="364515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8" name="Google Shape;88;p46"/>
          <p:cNvSpPr txBox="1"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 Medium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pic>
        <p:nvPicPr>
          <p:cNvPr id="89" name="Google Shape;8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144550"/>
            <a:ext cx="12191999" cy="3068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áfico e texto de apoio">
  <p:cSld name="Gráfico e texto de apoio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7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body" idx="1"/>
          </p:nvPr>
        </p:nvSpPr>
        <p:spPr>
          <a:xfrm>
            <a:off x="7879976" y="2033515"/>
            <a:ext cx="3585424" cy="44355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0" tIns="180000" rIns="360000" bIns="1800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Noto Sans Symbols"/>
              <a:buNone/>
              <a:defRPr sz="2400">
                <a:solidFill>
                  <a:srgbClr val="33333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Noto Sans Symbols"/>
              <a:buNone/>
              <a:defRPr sz="2000">
                <a:solidFill>
                  <a:srgbClr val="333333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Noto Sans Symbols"/>
              <a:buNone/>
              <a:defRPr sz="1800">
                <a:solidFill>
                  <a:srgbClr val="333333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Noto Sans Symbols"/>
              <a:buNone/>
              <a:defRPr sz="1600">
                <a:solidFill>
                  <a:srgbClr val="333333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Noto Sans Symbols"/>
              <a:buNone/>
              <a:defRPr sz="1600">
                <a:solidFill>
                  <a:srgbClr val="333333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3" name="Google Shape;93;p47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4" name="Google Shape;94;p47"/>
          <p:cNvSpPr txBox="1">
            <a:spLocks noGrp="1"/>
          </p:cNvSpPr>
          <p:nvPr>
            <p:ph type="body" idx="2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95" name="Google Shape;95;p47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96" name="Google Shape;96;p47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7" name="Google Shape;97;p47"/>
          <p:cNvSpPr txBox="1">
            <a:spLocks noGrp="1"/>
          </p:cNvSpPr>
          <p:nvPr>
            <p:ph type="body" idx="3"/>
          </p:nvPr>
        </p:nvSpPr>
        <p:spPr>
          <a:xfrm>
            <a:off x="691197" y="2033515"/>
            <a:ext cx="7049367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Gráficos">
  <p:cSld name="4 Gráfico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8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00" name="Google Shape;100;p48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1" name="Google Shape;101;p48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02" name="Google Shape;102;p48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3" name="Google Shape;103;p48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4" name="Google Shape;104;p48"/>
          <p:cNvSpPr>
            <a:spLocks noGrp="1"/>
          </p:cNvSpPr>
          <p:nvPr>
            <p:ph type="chart" idx="2"/>
          </p:nvPr>
        </p:nvSpPr>
        <p:spPr>
          <a:xfrm>
            <a:off x="590992" y="1892300"/>
            <a:ext cx="2662237" cy="2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r>
              <a:rPr lang="pt-BR"/>
              <a:t>Clique no ícone para adicionar gráfico</a:t>
            </a:r>
            <a:endParaRPr/>
          </a:p>
        </p:txBody>
      </p:sp>
      <p:sp>
        <p:nvSpPr>
          <p:cNvPr id="105" name="Google Shape;105;p48"/>
          <p:cNvSpPr>
            <a:spLocks noGrp="1"/>
          </p:cNvSpPr>
          <p:nvPr>
            <p:ph type="chart" idx="3"/>
          </p:nvPr>
        </p:nvSpPr>
        <p:spPr>
          <a:xfrm>
            <a:off x="3334192" y="1892300"/>
            <a:ext cx="2662237" cy="2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r>
              <a:rPr lang="pt-BR"/>
              <a:t>Clique no ícone para adicionar gráfico</a:t>
            </a:r>
            <a:endParaRPr/>
          </a:p>
        </p:txBody>
      </p:sp>
      <p:sp>
        <p:nvSpPr>
          <p:cNvPr id="106" name="Google Shape;106;p48"/>
          <p:cNvSpPr>
            <a:spLocks noGrp="1"/>
          </p:cNvSpPr>
          <p:nvPr>
            <p:ph type="chart" idx="4"/>
          </p:nvPr>
        </p:nvSpPr>
        <p:spPr>
          <a:xfrm>
            <a:off x="6077392" y="1892300"/>
            <a:ext cx="2662237" cy="2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r>
              <a:rPr lang="pt-BR"/>
              <a:t>Clique no ícone para adicionar gráfico</a:t>
            </a:r>
            <a:endParaRPr/>
          </a:p>
        </p:txBody>
      </p:sp>
      <p:sp>
        <p:nvSpPr>
          <p:cNvPr id="107" name="Google Shape;107;p48"/>
          <p:cNvSpPr>
            <a:spLocks noGrp="1"/>
          </p:cNvSpPr>
          <p:nvPr>
            <p:ph type="chart" idx="5"/>
          </p:nvPr>
        </p:nvSpPr>
        <p:spPr>
          <a:xfrm>
            <a:off x="8820592" y="1892300"/>
            <a:ext cx="2662237" cy="26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r>
              <a:rPr lang="pt-BR"/>
              <a:t>Clique no ícone para adicionar gráfico</a:t>
            </a:r>
            <a:endParaRPr/>
          </a:p>
        </p:txBody>
      </p:sp>
      <p:sp>
        <p:nvSpPr>
          <p:cNvPr id="108" name="Google Shape;108;p48"/>
          <p:cNvSpPr txBox="1">
            <a:spLocks noGrp="1"/>
          </p:cNvSpPr>
          <p:nvPr>
            <p:ph type="body" idx="6"/>
          </p:nvPr>
        </p:nvSpPr>
        <p:spPr>
          <a:xfrm>
            <a:off x="590992" y="4924926"/>
            <a:ext cx="2662237" cy="162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9" name="Google Shape;109;p48"/>
          <p:cNvSpPr txBox="1">
            <a:spLocks noGrp="1"/>
          </p:cNvSpPr>
          <p:nvPr>
            <p:ph type="body" idx="7"/>
          </p:nvPr>
        </p:nvSpPr>
        <p:spPr>
          <a:xfrm>
            <a:off x="3334192" y="4924926"/>
            <a:ext cx="2662237" cy="162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0" name="Google Shape;110;p48"/>
          <p:cNvSpPr txBox="1">
            <a:spLocks noGrp="1"/>
          </p:cNvSpPr>
          <p:nvPr>
            <p:ph type="body" idx="8"/>
          </p:nvPr>
        </p:nvSpPr>
        <p:spPr>
          <a:xfrm>
            <a:off x="6077392" y="4924926"/>
            <a:ext cx="2662237" cy="162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" name="Google Shape;111;p48"/>
          <p:cNvSpPr txBox="1">
            <a:spLocks noGrp="1"/>
          </p:cNvSpPr>
          <p:nvPr>
            <p:ph type="body" idx="9"/>
          </p:nvPr>
        </p:nvSpPr>
        <p:spPr>
          <a:xfrm>
            <a:off x="8820592" y="4924926"/>
            <a:ext cx="2662237" cy="162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+ Imagem à Direita">
  <p:cSld name="Título e Conteúdo + Imagem à Direita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9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14" name="Google Shape;114;p49"/>
          <p:cNvSpPr txBox="1">
            <a:spLocks noGrp="1"/>
          </p:cNvSpPr>
          <p:nvPr>
            <p:ph type="body" idx="1"/>
          </p:nvPr>
        </p:nvSpPr>
        <p:spPr>
          <a:xfrm>
            <a:off x="691198" y="2033515"/>
            <a:ext cx="6181090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5" name="Google Shape;115;p49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16" name="Google Shape;116;p49"/>
          <p:cNvSpPr txBox="1">
            <a:spLocks noGrp="1"/>
          </p:cNvSpPr>
          <p:nvPr>
            <p:ph type="body" idx="2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17" name="Google Shape;117;p49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18" name="Google Shape;118;p49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" name="Google Shape;119;p49"/>
          <p:cNvSpPr/>
          <p:nvPr/>
        </p:nvSpPr>
        <p:spPr>
          <a:xfrm>
            <a:off x="7172325" y="2033515"/>
            <a:ext cx="4293075" cy="44355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0" name="Google Shape;120;p49"/>
          <p:cNvSpPr>
            <a:spLocks noGrp="1"/>
          </p:cNvSpPr>
          <p:nvPr>
            <p:ph type="pic" idx="3"/>
          </p:nvPr>
        </p:nvSpPr>
        <p:spPr>
          <a:xfrm>
            <a:off x="7172325" y="2033588"/>
            <a:ext cx="4293074" cy="3867150"/>
          </a:xfrm>
          <a:prstGeom prst="rect">
            <a:avLst/>
          </a:prstGeom>
          <a:solidFill>
            <a:srgbClr val="96C8CA"/>
          </a:solidFill>
          <a:ln>
            <a:noFill/>
          </a:ln>
        </p:spPr>
      </p:sp>
      <p:sp>
        <p:nvSpPr>
          <p:cNvPr id="121" name="Google Shape;121;p49"/>
          <p:cNvSpPr txBox="1">
            <a:spLocks noGrp="1"/>
          </p:cNvSpPr>
          <p:nvPr>
            <p:ph type="body" idx="4"/>
          </p:nvPr>
        </p:nvSpPr>
        <p:spPr>
          <a:xfrm>
            <a:off x="7286625" y="5900738"/>
            <a:ext cx="4014788" cy="5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+ Imagem à Esquerda">
  <p:cSld name="Título e Conteúdo + Imagem à Esquerda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5229224" y="2033515"/>
            <a:ext cx="6236175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6" name="Google Shape;126;p50"/>
          <p:cNvSpPr txBox="1">
            <a:spLocks noGrp="1"/>
          </p:cNvSpPr>
          <p:nvPr>
            <p:ph type="body" idx="2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27" name="Google Shape;127;p50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28" name="Google Shape;128;p50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9" name="Google Shape;129;p50"/>
          <p:cNvSpPr/>
          <p:nvPr/>
        </p:nvSpPr>
        <p:spPr>
          <a:xfrm>
            <a:off x="691198" y="2033515"/>
            <a:ext cx="4293075" cy="44355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" name="Google Shape;130;p50"/>
          <p:cNvSpPr>
            <a:spLocks noGrp="1"/>
          </p:cNvSpPr>
          <p:nvPr>
            <p:ph type="pic" idx="3"/>
          </p:nvPr>
        </p:nvSpPr>
        <p:spPr>
          <a:xfrm>
            <a:off x="691197" y="2033588"/>
            <a:ext cx="4293075" cy="3867150"/>
          </a:xfrm>
          <a:prstGeom prst="rect">
            <a:avLst/>
          </a:prstGeom>
          <a:solidFill>
            <a:srgbClr val="96C8CA"/>
          </a:solidFill>
          <a:ln>
            <a:noFill/>
          </a:ln>
        </p:spPr>
      </p:sp>
      <p:sp>
        <p:nvSpPr>
          <p:cNvPr id="131" name="Google Shape;131;p50"/>
          <p:cNvSpPr txBox="1">
            <a:spLocks noGrp="1"/>
          </p:cNvSpPr>
          <p:nvPr>
            <p:ph type="body" idx="4"/>
          </p:nvPr>
        </p:nvSpPr>
        <p:spPr>
          <a:xfrm>
            <a:off x="805498" y="5900738"/>
            <a:ext cx="4014788" cy="5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">
  <p:cSld name="Linha do Tempo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1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4" name="Google Shape;134;p51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35" name="Google Shape;135;p51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36" name="Google Shape;136;p51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37" name="Google Shape;137;p51"/>
          <p:cNvSpPr/>
          <p:nvPr/>
        </p:nvSpPr>
        <p:spPr>
          <a:xfrm>
            <a:off x="0" y="4094259"/>
            <a:ext cx="12191999" cy="276374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8" name="Google Shape;138;p51"/>
          <p:cNvCxnSpPr/>
          <p:nvPr/>
        </p:nvCxnSpPr>
        <p:spPr>
          <a:xfrm>
            <a:off x="0" y="4066962"/>
            <a:ext cx="12192000" cy="0"/>
          </a:xfrm>
          <a:prstGeom prst="straightConnector1">
            <a:avLst/>
          </a:prstGeom>
          <a:noFill/>
          <a:ln w="539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s em destaque">
  <p:cSld name="Números em destaque">
    <p:bg>
      <p:bgPr>
        <a:solidFill>
          <a:schemeClr val="l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2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41" name="Google Shape;141;p52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42" name="Google Shape;142;p52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43" name="Google Shape;143;p52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44" name="Google Shape;144;p52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5" name="Google Shape;145;p52"/>
          <p:cNvSpPr>
            <a:spLocks noGrp="1"/>
          </p:cNvSpPr>
          <p:nvPr>
            <p:ph type="body" idx="2"/>
          </p:nvPr>
        </p:nvSpPr>
        <p:spPr>
          <a:xfrm>
            <a:off x="849059" y="2374104"/>
            <a:ext cx="2917825" cy="29162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45700" rIns="360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6" name="Google Shape;146;p52"/>
          <p:cNvSpPr txBox="1">
            <a:spLocks noGrp="1"/>
          </p:cNvSpPr>
          <p:nvPr>
            <p:ph type="body" idx="3"/>
          </p:nvPr>
        </p:nvSpPr>
        <p:spPr>
          <a:xfrm>
            <a:off x="812737" y="5488745"/>
            <a:ext cx="3003550" cy="8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7" name="Google Shape;147;p52"/>
          <p:cNvSpPr>
            <a:spLocks noGrp="1"/>
          </p:cNvSpPr>
          <p:nvPr>
            <p:ph type="body" idx="4"/>
          </p:nvPr>
        </p:nvSpPr>
        <p:spPr>
          <a:xfrm>
            <a:off x="4637088" y="2374104"/>
            <a:ext cx="2917825" cy="29162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45700" rIns="360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8" name="Google Shape;148;p52"/>
          <p:cNvSpPr txBox="1">
            <a:spLocks noGrp="1"/>
          </p:cNvSpPr>
          <p:nvPr>
            <p:ph type="body" idx="5"/>
          </p:nvPr>
        </p:nvSpPr>
        <p:spPr>
          <a:xfrm>
            <a:off x="4594225" y="5488745"/>
            <a:ext cx="3003550" cy="8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9" name="Google Shape;149;p52"/>
          <p:cNvSpPr>
            <a:spLocks noGrp="1"/>
          </p:cNvSpPr>
          <p:nvPr>
            <p:ph type="body" idx="6"/>
          </p:nvPr>
        </p:nvSpPr>
        <p:spPr>
          <a:xfrm>
            <a:off x="8375713" y="2374104"/>
            <a:ext cx="2917825" cy="29162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6000" tIns="45700" rIns="360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50" name="Google Shape;150;p52"/>
          <p:cNvSpPr txBox="1">
            <a:spLocks noGrp="1"/>
          </p:cNvSpPr>
          <p:nvPr>
            <p:ph type="body" idx="7"/>
          </p:nvPr>
        </p:nvSpPr>
        <p:spPr>
          <a:xfrm>
            <a:off x="8332850" y="5488745"/>
            <a:ext cx="3003550" cy="87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resentador / Pessoas">
  <p:cSld name="Apresentador / Pessoas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3"/>
          <p:cNvSpPr/>
          <p:nvPr/>
        </p:nvSpPr>
        <p:spPr>
          <a:xfrm>
            <a:off x="691197" y="2711116"/>
            <a:ext cx="3509120" cy="368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3" name="Google Shape;153;p53"/>
          <p:cNvSpPr/>
          <p:nvPr/>
        </p:nvSpPr>
        <p:spPr>
          <a:xfrm>
            <a:off x="4323738" y="2711116"/>
            <a:ext cx="3509120" cy="368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4" name="Google Shape;154;p53"/>
          <p:cNvSpPr/>
          <p:nvPr/>
        </p:nvSpPr>
        <p:spPr>
          <a:xfrm>
            <a:off x="7956280" y="2711116"/>
            <a:ext cx="3509120" cy="3689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5" name="Google Shape;155;p53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6" name="Google Shape;156;p53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53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58" name="Google Shape;158;p53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59" name="Google Shape;159;p53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53"/>
          <p:cNvSpPr>
            <a:spLocks noGrp="1"/>
          </p:cNvSpPr>
          <p:nvPr>
            <p:ph type="pic" idx="2"/>
          </p:nvPr>
        </p:nvSpPr>
        <p:spPr>
          <a:xfrm>
            <a:off x="1759799" y="2027997"/>
            <a:ext cx="1371917" cy="1370624"/>
          </a:xfrm>
          <a:prstGeom prst="ellipse">
            <a:avLst/>
          </a:prstGeom>
          <a:solidFill>
            <a:srgbClr val="B9D9DB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53"/>
          <p:cNvSpPr txBox="1">
            <a:spLocks noGrp="1"/>
          </p:cNvSpPr>
          <p:nvPr>
            <p:ph type="body" idx="3"/>
          </p:nvPr>
        </p:nvSpPr>
        <p:spPr>
          <a:xfrm>
            <a:off x="778680" y="4235115"/>
            <a:ext cx="3334155" cy="197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2" name="Google Shape;162;p53"/>
          <p:cNvSpPr txBox="1">
            <a:spLocks noGrp="1"/>
          </p:cNvSpPr>
          <p:nvPr>
            <p:ph type="body" idx="4"/>
          </p:nvPr>
        </p:nvSpPr>
        <p:spPr>
          <a:xfrm>
            <a:off x="778680" y="3593431"/>
            <a:ext cx="3334155" cy="48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3" name="Google Shape;163;p53"/>
          <p:cNvSpPr>
            <a:spLocks noGrp="1"/>
          </p:cNvSpPr>
          <p:nvPr>
            <p:ph type="pic" idx="5"/>
          </p:nvPr>
        </p:nvSpPr>
        <p:spPr>
          <a:xfrm>
            <a:off x="5392340" y="2027997"/>
            <a:ext cx="1371917" cy="1370624"/>
          </a:xfrm>
          <a:prstGeom prst="ellipse">
            <a:avLst/>
          </a:prstGeom>
          <a:solidFill>
            <a:srgbClr val="B9D9DB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53"/>
          <p:cNvSpPr txBox="1">
            <a:spLocks noGrp="1"/>
          </p:cNvSpPr>
          <p:nvPr>
            <p:ph type="body" idx="6"/>
          </p:nvPr>
        </p:nvSpPr>
        <p:spPr>
          <a:xfrm>
            <a:off x="4411221" y="4235115"/>
            <a:ext cx="3334155" cy="197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5" name="Google Shape;165;p53"/>
          <p:cNvSpPr txBox="1">
            <a:spLocks noGrp="1"/>
          </p:cNvSpPr>
          <p:nvPr>
            <p:ph type="body" idx="7"/>
          </p:nvPr>
        </p:nvSpPr>
        <p:spPr>
          <a:xfrm>
            <a:off x="4411221" y="3593431"/>
            <a:ext cx="3334155" cy="48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6" name="Google Shape;166;p53"/>
          <p:cNvSpPr>
            <a:spLocks noGrp="1"/>
          </p:cNvSpPr>
          <p:nvPr>
            <p:ph type="pic" idx="8"/>
          </p:nvPr>
        </p:nvSpPr>
        <p:spPr>
          <a:xfrm>
            <a:off x="9010830" y="2027997"/>
            <a:ext cx="1371917" cy="1370624"/>
          </a:xfrm>
          <a:prstGeom prst="ellipse">
            <a:avLst/>
          </a:prstGeom>
          <a:solidFill>
            <a:srgbClr val="B9D9DB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3"/>
          <p:cNvSpPr txBox="1">
            <a:spLocks noGrp="1"/>
          </p:cNvSpPr>
          <p:nvPr>
            <p:ph type="body" idx="9"/>
          </p:nvPr>
        </p:nvSpPr>
        <p:spPr>
          <a:xfrm>
            <a:off x="8043763" y="4235115"/>
            <a:ext cx="3334155" cy="197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8" name="Google Shape;168;p53"/>
          <p:cNvSpPr txBox="1">
            <a:spLocks noGrp="1"/>
          </p:cNvSpPr>
          <p:nvPr>
            <p:ph type="body" idx="13"/>
          </p:nvPr>
        </p:nvSpPr>
        <p:spPr>
          <a:xfrm>
            <a:off x="8043763" y="3593431"/>
            <a:ext cx="3334155" cy="48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resentador">
  <p:cSld name="Apresentador">
    <p:bg>
      <p:bgPr>
        <a:solidFill>
          <a:schemeClr val="accen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4"/>
          <p:cNvSpPr/>
          <p:nvPr/>
        </p:nvSpPr>
        <p:spPr>
          <a:xfrm>
            <a:off x="1" y="0"/>
            <a:ext cx="11023597" cy="4467754"/>
          </a:xfrm>
          <a:custGeom>
            <a:avLst/>
            <a:gdLst/>
            <a:ahLst/>
            <a:cxnLst/>
            <a:rect l="l" t="t" r="r" b="b"/>
            <a:pathLst>
              <a:path w="11023597" h="4467754" extrusionOk="0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1" name="Google Shape;171;p54"/>
          <p:cNvSpPr>
            <a:spLocks noGrp="1"/>
          </p:cNvSpPr>
          <p:nvPr>
            <p:ph type="pic" idx="2"/>
          </p:nvPr>
        </p:nvSpPr>
        <p:spPr>
          <a:xfrm>
            <a:off x="1059947" y="2302848"/>
            <a:ext cx="3007483" cy="3004648"/>
          </a:xfrm>
          <a:prstGeom prst="ellipse">
            <a:avLst/>
          </a:prstGeom>
          <a:solidFill>
            <a:srgbClr val="B9D9DB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54"/>
          <p:cNvSpPr txBox="1">
            <a:spLocks noGrp="1"/>
          </p:cNvSpPr>
          <p:nvPr>
            <p:ph type="body" idx="1"/>
          </p:nvPr>
        </p:nvSpPr>
        <p:spPr>
          <a:xfrm>
            <a:off x="4515792" y="2331455"/>
            <a:ext cx="6337737" cy="3004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ns">
  <p:cSld name="3 imagens">
    <p:bg>
      <p:bgPr>
        <a:solidFill>
          <a:schemeClr val="accen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5"/>
          <p:cNvSpPr>
            <a:spLocks noGrp="1"/>
          </p:cNvSpPr>
          <p:nvPr>
            <p:ph type="pic" idx="2"/>
          </p:nvPr>
        </p:nvSpPr>
        <p:spPr>
          <a:xfrm>
            <a:off x="428624" y="1026226"/>
            <a:ext cx="3559499" cy="5034149"/>
          </a:xfrm>
          <a:prstGeom prst="rect">
            <a:avLst/>
          </a:prstGeom>
          <a:solidFill>
            <a:srgbClr val="96C8CA"/>
          </a:solidFill>
          <a:ln>
            <a:noFill/>
          </a:ln>
          <a:effectLst>
            <a:outerShdw blurRad="444500" dist="38100" dir="5400000" sx="103000" sy="103000" algn="t" rotWithShape="0">
              <a:srgbClr val="2A5152">
                <a:alpha val="24705"/>
              </a:srgbClr>
            </a:outerShdw>
          </a:effectLst>
        </p:spPr>
      </p:sp>
      <p:cxnSp>
        <p:nvCxnSpPr>
          <p:cNvPr id="175" name="Google Shape;175;p55"/>
          <p:cNvCxnSpPr/>
          <p:nvPr/>
        </p:nvCxnSpPr>
        <p:spPr>
          <a:xfrm>
            <a:off x="1101092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  <p:cxnSp>
        <p:nvCxnSpPr>
          <p:cNvPr id="176" name="Google Shape;176;p55"/>
          <p:cNvCxnSpPr/>
          <p:nvPr/>
        </p:nvCxnSpPr>
        <p:spPr>
          <a:xfrm>
            <a:off x="3315654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  <p:sp>
        <p:nvSpPr>
          <p:cNvPr id="177" name="Google Shape;177;p55"/>
          <p:cNvSpPr>
            <a:spLocks noGrp="1"/>
          </p:cNvSpPr>
          <p:nvPr>
            <p:ph type="pic" idx="3"/>
          </p:nvPr>
        </p:nvSpPr>
        <p:spPr>
          <a:xfrm>
            <a:off x="4343399" y="1026226"/>
            <a:ext cx="3559499" cy="5034149"/>
          </a:xfrm>
          <a:prstGeom prst="rect">
            <a:avLst/>
          </a:prstGeom>
          <a:solidFill>
            <a:srgbClr val="96C8CA"/>
          </a:solidFill>
          <a:ln>
            <a:noFill/>
          </a:ln>
          <a:effectLst>
            <a:outerShdw blurRad="444500" dist="38100" dir="5400000" sx="103000" sy="103000" algn="t" rotWithShape="0">
              <a:srgbClr val="2A5152">
                <a:alpha val="24705"/>
              </a:srgbClr>
            </a:outerShdw>
          </a:effectLst>
        </p:spPr>
      </p:sp>
      <p:cxnSp>
        <p:nvCxnSpPr>
          <p:cNvPr id="178" name="Google Shape;178;p55"/>
          <p:cNvCxnSpPr/>
          <p:nvPr/>
        </p:nvCxnSpPr>
        <p:spPr>
          <a:xfrm>
            <a:off x="5015867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  <p:cxnSp>
        <p:nvCxnSpPr>
          <p:cNvPr id="179" name="Google Shape;179;p55"/>
          <p:cNvCxnSpPr/>
          <p:nvPr/>
        </p:nvCxnSpPr>
        <p:spPr>
          <a:xfrm>
            <a:off x="7230429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  <p:sp>
        <p:nvSpPr>
          <p:cNvPr id="180" name="Google Shape;180;p55"/>
          <p:cNvSpPr>
            <a:spLocks noGrp="1"/>
          </p:cNvSpPr>
          <p:nvPr>
            <p:ph type="pic" idx="4"/>
          </p:nvPr>
        </p:nvSpPr>
        <p:spPr>
          <a:xfrm>
            <a:off x="8258174" y="1026226"/>
            <a:ext cx="3559499" cy="5034149"/>
          </a:xfrm>
          <a:prstGeom prst="rect">
            <a:avLst/>
          </a:prstGeom>
          <a:solidFill>
            <a:srgbClr val="96C8CA"/>
          </a:solidFill>
          <a:ln>
            <a:noFill/>
          </a:ln>
          <a:effectLst>
            <a:outerShdw blurRad="444500" dist="38100" dir="5400000" sx="103000" sy="103000" algn="t" rotWithShape="0">
              <a:srgbClr val="2A5152">
                <a:alpha val="24705"/>
              </a:srgbClr>
            </a:outerShdw>
          </a:effectLst>
        </p:spPr>
      </p:sp>
      <p:cxnSp>
        <p:nvCxnSpPr>
          <p:cNvPr id="181" name="Google Shape;181;p55"/>
          <p:cNvCxnSpPr/>
          <p:nvPr/>
        </p:nvCxnSpPr>
        <p:spPr>
          <a:xfrm>
            <a:off x="8930642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  <p:cxnSp>
        <p:nvCxnSpPr>
          <p:cNvPr id="182" name="Google Shape;182;p55"/>
          <p:cNvCxnSpPr/>
          <p:nvPr/>
        </p:nvCxnSpPr>
        <p:spPr>
          <a:xfrm>
            <a:off x="11145204" y="0"/>
            <a:ext cx="0" cy="1011938"/>
          </a:xfrm>
          <a:prstGeom prst="straightConnector1">
            <a:avLst/>
          </a:prstGeom>
          <a:noFill/>
          <a:ln w="31750" cap="flat" cmpd="sng">
            <a:solidFill>
              <a:srgbClr val="3F797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03200" dist="38100" dir="5400000" sx="90000" sy="90000" algn="t" rotWithShape="0">
              <a:srgbClr val="3F797B">
                <a:alpha val="20000"/>
              </a:srgbClr>
            </a:outerShdw>
          </a:effectLst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 notebook">
  <p:cSld name="Tela notebook">
    <p:bg>
      <p:bgPr>
        <a:solidFill>
          <a:schemeClr val="accen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6"/>
          <p:cNvSpPr/>
          <p:nvPr/>
        </p:nvSpPr>
        <p:spPr>
          <a:xfrm>
            <a:off x="11679416" y="6635472"/>
            <a:ext cx="141496" cy="152400"/>
          </a:xfrm>
          <a:prstGeom prst="round1Rect">
            <a:avLst>
              <a:gd name="adj" fmla="val 16667"/>
            </a:avLst>
          </a:prstGeom>
          <a:solidFill>
            <a:srgbClr val="B2B2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5" name="Google Shape;185;p56"/>
          <p:cNvSpPr/>
          <p:nvPr/>
        </p:nvSpPr>
        <p:spPr>
          <a:xfrm>
            <a:off x="0" y="0"/>
            <a:ext cx="12191999" cy="21065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6" name="Google Shape;186;p56" descr="Uma imagem contendo equipamentos eletrônicos, computador, monitor, mostrador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77926" y="1719676"/>
            <a:ext cx="9047333" cy="519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6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88" name="Google Shape;188;p56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89" name="Google Shape;189;p56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0" name="Google Shape;190;p56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91" name="Google Shape;191;p56"/>
          <p:cNvSpPr txBox="1">
            <a:spLocks noGrp="1"/>
          </p:cNvSpPr>
          <p:nvPr>
            <p:ph type="body" idx="2"/>
          </p:nvPr>
        </p:nvSpPr>
        <p:spPr>
          <a:xfrm>
            <a:off x="718091" y="2371156"/>
            <a:ext cx="2723335" cy="4003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2" name="Google Shape;192;p56"/>
          <p:cNvSpPr>
            <a:spLocks noGrp="1"/>
          </p:cNvSpPr>
          <p:nvPr>
            <p:ph type="pic" idx="3"/>
          </p:nvPr>
        </p:nvSpPr>
        <p:spPr>
          <a:xfrm>
            <a:off x="3830320" y="2003613"/>
            <a:ext cx="6924040" cy="4357850"/>
          </a:xfrm>
          <a:prstGeom prst="rect">
            <a:avLst/>
          </a:prstGeom>
          <a:solidFill>
            <a:srgbClr val="DBECED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 Celular">
  <p:cSld name="Tela Celular">
    <p:bg>
      <p:bgPr>
        <a:solidFill>
          <a:schemeClr val="accen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7"/>
          <p:cNvSpPr/>
          <p:nvPr/>
        </p:nvSpPr>
        <p:spPr>
          <a:xfrm>
            <a:off x="0" y="0"/>
            <a:ext cx="12191999" cy="21065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5" name="Google Shape;195;p57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96" name="Google Shape;196;p57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7" name="Google Shape;197;p57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8" name="Google Shape;198;p57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99" name="Google Shape;199;p57"/>
          <p:cNvSpPr txBox="1">
            <a:spLocks noGrp="1"/>
          </p:cNvSpPr>
          <p:nvPr>
            <p:ph type="body" idx="2"/>
          </p:nvPr>
        </p:nvSpPr>
        <p:spPr>
          <a:xfrm>
            <a:off x="718091" y="2371156"/>
            <a:ext cx="2723335" cy="4003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200" name="Google Shape;200;p57" descr="Uma imagem contendo captura de tela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11169" y="1690687"/>
            <a:ext cx="2362844" cy="50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7"/>
          <p:cNvSpPr>
            <a:spLocks noGrp="1"/>
          </p:cNvSpPr>
          <p:nvPr>
            <p:ph type="pic" idx="3"/>
          </p:nvPr>
        </p:nvSpPr>
        <p:spPr>
          <a:xfrm>
            <a:off x="4141695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rgbClr val="DBECED"/>
          </a:solidFill>
          <a:ln>
            <a:noFill/>
          </a:ln>
        </p:spPr>
      </p:sp>
      <p:pic>
        <p:nvPicPr>
          <p:cNvPr id="202" name="Google Shape;202;p57" descr="Uma imagem contendo captura de tela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47690" y="1690687"/>
            <a:ext cx="2362844" cy="50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7"/>
          <p:cNvSpPr>
            <a:spLocks noGrp="1"/>
          </p:cNvSpPr>
          <p:nvPr>
            <p:ph type="pic" idx="4"/>
          </p:nvPr>
        </p:nvSpPr>
        <p:spPr>
          <a:xfrm>
            <a:off x="6678216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rgbClr val="DBECED"/>
          </a:solidFill>
          <a:ln>
            <a:noFill/>
          </a:ln>
        </p:spPr>
      </p:sp>
      <p:pic>
        <p:nvPicPr>
          <p:cNvPr id="204" name="Google Shape;204;p57" descr="Uma imagem contendo captura de tela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29525" y="1690687"/>
            <a:ext cx="2362844" cy="50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7"/>
          <p:cNvSpPr>
            <a:spLocks noGrp="1"/>
          </p:cNvSpPr>
          <p:nvPr>
            <p:ph type="pic" idx="5"/>
          </p:nvPr>
        </p:nvSpPr>
        <p:spPr>
          <a:xfrm>
            <a:off x="9260051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rgbClr val="DBECED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lular e Texto de Apoio">
  <p:cSld name="Celular e Texto de Apoio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8"/>
          <p:cNvSpPr/>
          <p:nvPr/>
        </p:nvSpPr>
        <p:spPr>
          <a:xfrm flipH="1">
            <a:off x="7776375" y="0"/>
            <a:ext cx="4415624" cy="5218176"/>
          </a:xfrm>
          <a:custGeom>
            <a:avLst/>
            <a:gdLst/>
            <a:ahLst/>
            <a:cxnLst/>
            <a:rect l="l" t="t" r="r" b="b"/>
            <a:pathLst>
              <a:path w="11023597" h="4467754" extrusionOk="0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8" name="Google Shape;208;p58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6896846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09" name="Google Shape;209;p58"/>
          <p:cNvSpPr txBox="1">
            <a:spLocks noGrp="1"/>
          </p:cNvSpPr>
          <p:nvPr>
            <p:ph type="body" idx="1"/>
          </p:nvPr>
        </p:nvSpPr>
        <p:spPr>
          <a:xfrm>
            <a:off x="691197" y="2033515"/>
            <a:ext cx="6896845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10" name="Google Shape;210;p58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1" name="Google Shape;211;p58"/>
          <p:cNvSpPr txBox="1">
            <a:spLocks noGrp="1"/>
          </p:cNvSpPr>
          <p:nvPr>
            <p:ph type="body" idx="2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12" name="Google Shape;212;p58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213" name="Google Shape;213;p58" descr="Uma imagem contendo captura de tela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6979" y="546100"/>
            <a:ext cx="2861716" cy="607564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8"/>
          <p:cNvSpPr>
            <a:spLocks noGrp="1"/>
          </p:cNvSpPr>
          <p:nvPr>
            <p:ph type="pic" idx="3"/>
          </p:nvPr>
        </p:nvSpPr>
        <p:spPr>
          <a:xfrm>
            <a:off x="8627562" y="850232"/>
            <a:ext cx="2580549" cy="5509794"/>
          </a:xfrm>
          <a:prstGeom prst="roundRect">
            <a:avLst>
              <a:gd name="adj" fmla="val 7993"/>
            </a:avLst>
          </a:prstGeom>
          <a:solidFill>
            <a:srgbClr val="DBECED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board">
  <p:cSld name="Moodboard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9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17" name="Google Shape;217;p59"/>
          <p:cNvSpPr txBox="1">
            <a:spLocks noGrp="1"/>
          </p:cNvSpPr>
          <p:nvPr>
            <p:ph type="body" idx="1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18" name="Google Shape;218;p59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9" name="Google Shape;219;p59"/>
          <p:cNvSpPr>
            <a:spLocks noGrp="1"/>
          </p:cNvSpPr>
          <p:nvPr>
            <p:ph type="pic" idx="2"/>
          </p:nvPr>
        </p:nvSpPr>
        <p:spPr>
          <a:xfrm>
            <a:off x="350838" y="738188"/>
            <a:ext cx="4237037" cy="56911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20" name="Google Shape;220;p59"/>
          <p:cNvSpPr>
            <a:spLocks noGrp="1"/>
          </p:cNvSpPr>
          <p:nvPr>
            <p:ph type="pic" idx="3"/>
          </p:nvPr>
        </p:nvSpPr>
        <p:spPr>
          <a:xfrm>
            <a:off x="4714290" y="738189"/>
            <a:ext cx="4237037" cy="2690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1" name="Google Shape;221;p59"/>
          <p:cNvSpPr>
            <a:spLocks noGrp="1"/>
          </p:cNvSpPr>
          <p:nvPr>
            <p:ph type="pic" idx="4"/>
          </p:nvPr>
        </p:nvSpPr>
        <p:spPr>
          <a:xfrm>
            <a:off x="4714290" y="3593683"/>
            <a:ext cx="4237037" cy="28356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22" name="Google Shape;222;p59"/>
          <p:cNvSpPr>
            <a:spLocks noGrp="1"/>
          </p:cNvSpPr>
          <p:nvPr>
            <p:ph type="pic" idx="5"/>
          </p:nvPr>
        </p:nvSpPr>
        <p:spPr>
          <a:xfrm>
            <a:off x="9077503" y="738188"/>
            <a:ext cx="2737833" cy="412256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3" name="Google Shape;223;p59"/>
          <p:cNvSpPr>
            <a:spLocks noGrp="1"/>
          </p:cNvSpPr>
          <p:nvPr>
            <p:ph type="pic" idx="6"/>
          </p:nvPr>
        </p:nvSpPr>
        <p:spPr>
          <a:xfrm>
            <a:off x="9077503" y="5001972"/>
            <a:ext cx="2737833" cy="143091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ou vídeo tela cheia">
  <p:cSld name="Imagem ou vídeo tela cheia">
    <p:bg>
      <p:bgPr>
        <a:solidFill>
          <a:schemeClr val="accent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e Texto de Apoio 1">
  <p:cSld name="Imagem e Texto de Apoio 1"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1"/>
          <p:cNvSpPr/>
          <p:nvPr/>
        </p:nvSpPr>
        <p:spPr>
          <a:xfrm flipH="1">
            <a:off x="7776375" y="0"/>
            <a:ext cx="4415624" cy="5218176"/>
          </a:xfrm>
          <a:custGeom>
            <a:avLst/>
            <a:gdLst/>
            <a:ahLst/>
            <a:cxnLst/>
            <a:rect l="l" t="t" r="r" b="b"/>
            <a:pathLst>
              <a:path w="11023597" h="4467754" extrusionOk="0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8" name="Google Shape;228;p61"/>
          <p:cNvSpPr>
            <a:spLocks noGrp="1"/>
          </p:cNvSpPr>
          <p:nvPr>
            <p:ph type="pic" idx="2"/>
          </p:nvPr>
        </p:nvSpPr>
        <p:spPr>
          <a:xfrm>
            <a:off x="8258174" y="1026226"/>
            <a:ext cx="3559499" cy="5034149"/>
          </a:xfrm>
          <a:prstGeom prst="rect">
            <a:avLst/>
          </a:prstGeom>
          <a:solidFill>
            <a:srgbClr val="96C8CA"/>
          </a:solidFill>
          <a:ln>
            <a:noFill/>
          </a:ln>
          <a:effectLst>
            <a:outerShdw blurRad="444500" dist="38100" dir="5400000" sx="103000" sy="103000" algn="t" rotWithShape="0">
              <a:srgbClr val="B4BBBB">
                <a:alpha val="24705"/>
              </a:srgbClr>
            </a:outerShdw>
          </a:effectLst>
        </p:spPr>
      </p:sp>
      <p:cxnSp>
        <p:nvCxnSpPr>
          <p:cNvPr id="229" name="Google Shape;229;p61"/>
          <p:cNvCxnSpPr/>
          <p:nvPr/>
        </p:nvCxnSpPr>
        <p:spPr>
          <a:xfrm>
            <a:off x="8930642" y="0"/>
            <a:ext cx="0" cy="101193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61"/>
          <p:cNvCxnSpPr/>
          <p:nvPr/>
        </p:nvCxnSpPr>
        <p:spPr>
          <a:xfrm>
            <a:off x="11145204" y="0"/>
            <a:ext cx="0" cy="101193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61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6896846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32" name="Google Shape;232;p61"/>
          <p:cNvSpPr txBox="1">
            <a:spLocks noGrp="1"/>
          </p:cNvSpPr>
          <p:nvPr>
            <p:ph type="body" idx="1"/>
          </p:nvPr>
        </p:nvSpPr>
        <p:spPr>
          <a:xfrm>
            <a:off x="691197" y="2033515"/>
            <a:ext cx="6896845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3" name="Google Shape;233;p61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34" name="Google Shape;234;p61"/>
          <p:cNvSpPr txBox="1">
            <a:spLocks noGrp="1"/>
          </p:cNvSpPr>
          <p:nvPr>
            <p:ph type="body" idx="3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35" name="Google Shape;235;p61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Imagem 1">
  <p:cSld name="Destaque Imagem 1">
    <p:bg>
      <p:bgPr>
        <a:solidFill>
          <a:schemeClr val="accen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2"/>
          <p:cNvSpPr>
            <a:spLocks noGrp="1"/>
          </p:cNvSpPr>
          <p:nvPr>
            <p:ph type="pic" idx="2"/>
          </p:nvPr>
        </p:nvSpPr>
        <p:spPr>
          <a:xfrm>
            <a:off x="0" y="0"/>
            <a:ext cx="11023600" cy="4438995"/>
          </a:xfrm>
          <a:prstGeom prst="rect">
            <a:avLst/>
          </a:prstGeom>
          <a:solidFill>
            <a:srgbClr val="F8BCBD">
              <a:alpha val="69803"/>
            </a:srgbClr>
          </a:solidFill>
          <a:ln>
            <a:noFill/>
          </a:ln>
        </p:spPr>
      </p:sp>
      <p:sp>
        <p:nvSpPr>
          <p:cNvPr id="238" name="Google Shape;238;p62"/>
          <p:cNvSpPr txBox="1"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ibre Franklin Medium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Imagem 2">
  <p:cSld name="Destaque Imagem 2">
    <p:bg>
      <p:bgPr>
        <a:solidFill>
          <a:schemeClr val="accent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3"/>
          <p:cNvSpPr>
            <a:spLocks noGrp="1"/>
          </p:cNvSpPr>
          <p:nvPr>
            <p:ph type="pic" idx="2"/>
          </p:nvPr>
        </p:nvSpPr>
        <p:spPr>
          <a:xfrm>
            <a:off x="0" y="0"/>
            <a:ext cx="11023600" cy="4438995"/>
          </a:xfrm>
          <a:prstGeom prst="rect">
            <a:avLst/>
          </a:prstGeom>
          <a:solidFill>
            <a:srgbClr val="B9D9DB">
              <a:alpha val="69803"/>
            </a:srgbClr>
          </a:solidFill>
          <a:ln>
            <a:noFill/>
          </a:ln>
        </p:spPr>
      </p:sp>
      <p:sp>
        <p:nvSpPr>
          <p:cNvPr id="241" name="Google Shape;241;p63"/>
          <p:cNvSpPr txBox="1"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ibre Franklin Medium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Imagem 3">
  <p:cSld name="Destaque Imagem 3">
    <p:bg>
      <p:bgPr>
        <a:solidFill>
          <a:schemeClr val="dk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4"/>
          <p:cNvSpPr>
            <a:spLocks noGrp="1"/>
          </p:cNvSpPr>
          <p:nvPr>
            <p:ph type="pic" idx="2"/>
          </p:nvPr>
        </p:nvSpPr>
        <p:spPr>
          <a:xfrm>
            <a:off x="0" y="0"/>
            <a:ext cx="11023600" cy="4438995"/>
          </a:xfrm>
          <a:prstGeom prst="rect">
            <a:avLst/>
          </a:prstGeom>
          <a:solidFill>
            <a:srgbClr val="B9D9DB">
              <a:alpha val="69803"/>
            </a:srgbClr>
          </a:solidFill>
          <a:ln>
            <a:noFill/>
          </a:ln>
        </p:spPr>
      </p:sp>
      <p:sp>
        <p:nvSpPr>
          <p:cNvPr id="244" name="Google Shape;244;p64"/>
          <p:cNvSpPr txBox="1"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ibre Franklin Medium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2">
  <p:cSld name="Destaque 2">
    <p:bg>
      <p:bgPr>
        <a:solidFill>
          <a:schemeClr val="accen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5"/>
          <p:cNvSpPr/>
          <p:nvPr/>
        </p:nvSpPr>
        <p:spPr>
          <a:xfrm>
            <a:off x="1" y="0"/>
            <a:ext cx="11023597" cy="4467754"/>
          </a:xfrm>
          <a:custGeom>
            <a:avLst/>
            <a:gdLst/>
            <a:ahLst/>
            <a:cxnLst/>
            <a:rect l="l" t="t" r="r" b="b"/>
            <a:pathLst>
              <a:path w="11023597" h="4467754" extrusionOk="0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7" name="Google Shape;247;p65"/>
          <p:cNvSpPr txBox="1"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ibre Franklin Medium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preserve="1" userDrawn="1">
  <p:cSld name="Slide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8" descr="Desenho de uma pessoa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 userDrawn="1"/>
        </p:nvSpPr>
        <p:spPr>
          <a:xfrm>
            <a:off x="2382982" y="5830785"/>
            <a:ext cx="742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 dirty="0">
                <a:solidFill>
                  <a:srgbClr val="F05B5B"/>
                </a:solidFill>
                <a:latin typeface="Arial"/>
                <a:ea typeface="Arial"/>
                <a:cs typeface="Arial"/>
                <a:sym typeface="Arial"/>
              </a:rPr>
              <a:t>Revisão Resultados</a:t>
            </a:r>
            <a:endParaRPr b="1" dirty="0"/>
          </a:p>
        </p:txBody>
      </p:sp>
      <p:sp>
        <p:nvSpPr>
          <p:cNvPr id="3" name="Google Shape;92;p1">
            <a:extLst>
              <a:ext uri="{FF2B5EF4-FFF2-40B4-BE49-F238E27FC236}">
                <a16:creationId xmlns:a16="http://schemas.microsoft.com/office/drawing/2014/main" id="{A6D40E88-3053-56FF-CA6C-B2A62BBC56B7}"/>
              </a:ext>
            </a:extLst>
          </p:cNvPr>
          <p:cNvSpPr txBox="1"/>
          <p:nvPr userDrawn="1"/>
        </p:nvSpPr>
        <p:spPr>
          <a:xfrm>
            <a:off x="2382982" y="4999829"/>
            <a:ext cx="7425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i="0" u="none" strike="noStrike" cap="none" dirty="0">
                <a:solidFill>
                  <a:schemeClr val="bg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Projeto RM</a:t>
            </a:r>
            <a:endParaRPr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984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abeçalho da Seção" preserve="1">
  <p:cSld name="Cabeçalho da Seçã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 descr="Interface gráfica do usuário, nome da empresa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3" descr="Tela de computador com fundo azul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 r="1982" b="35037"/>
          <a:stretch/>
        </p:blipFill>
        <p:spPr>
          <a:xfrm>
            <a:off x="4573753" y="2766060"/>
            <a:ext cx="7618247" cy="409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2030" y="4474800"/>
            <a:ext cx="804771" cy="326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3" descr="Texto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2030" y="4941312"/>
            <a:ext cx="1380807" cy="1193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92990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03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691197" y="2033515"/>
            <a:ext cx="10774203" cy="443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/>
            </a:lvl1pPr>
            <a:lvl2pPr marL="914400" lvl="1" indent="-381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/>
            </a:lvl2pPr>
            <a:lvl3pPr marL="1371600" lvl="2" indent="-355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sldNum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2"/>
          </p:nvPr>
        </p:nvSpPr>
        <p:spPr>
          <a:xfrm>
            <a:off x="376664" y="150813"/>
            <a:ext cx="10473306" cy="395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sz="1400">
                <a:solidFill>
                  <a:srgbClr val="B7B7B7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sz="1200">
                <a:solidFill>
                  <a:srgbClr val="B7B7B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3" name="Google Shape;63;p41"/>
          <p:cNvCxnSpPr/>
          <p:nvPr/>
        </p:nvCxnSpPr>
        <p:spPr>
          <a:xfrm>
            <a:off x="0" y="1213016"/>
            <a:ext cx="502865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64" name="Google Shape;64;p41"/>
          <p:cNvSpPr/>
          <p:nvPr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66280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691199" y="365125"/>
            <a:ext cx="107742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691198" y="1825625"/>
            <a:ext cx="1077420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726600" y="6356350"/>
            <a:ext cx="285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85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90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39"/>
          <p:cNvSpPr/>
          <p:nvPr/>
        </p:nvSpPr>
        <p:spPr>
          <a:xfrm>
            <a:off x="0" y="-721894"/>
            <a:ext cx="641684" cy="6416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" name="Google Shape;16;p39"/>
          <p:cNvSpPr/>
          <p:nvPr/>
        </p:nvSpPr>
        <p:spPr>
          <a:xfrm>
            <a:off x="673768" y="-721894"/>
            <a:ext cx="641684" cy="6416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" name="Google Shape;17;p39"/>
          <p:cNvSpPr/>
          <p:nvPr/>
        </p:nvSpPr>
        <p:spPr>
          <a:xfrm>
            <a:off x="1347536" y="-721894"/>
            <a:ext cx="641684" cy="641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" name="Google Shape;18;p39"/>
          <p:cNvSpPr/>
          <p:nvPr/>
        </p:nvSpPr>
        <p:spPr>
          <a:xfrm>
            <a:off x="2021304" y="-721894"/>
            <a:ext cx="641684" cy="6416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" name="Google Shape;19;p39"/>
          <p:cNvSpPr/>
          <p:nvPr/>
        </p:nvSpPr>
        <p:spPr>
          <a:xfrm>
            <a:off x="2695072" y="-721894"/>
            <a:ext cx="641684" cy="6416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" name="Google Shape;20;p39"/>
          <p:cNvSpPr/>
          <p:nvPr/>
        </p:nvSpPr>
        <p:spPr>
          <a:xfrm>
            <a:off x="3368840" y="-721894"/>
            <a:ext cx="641684" cy="6416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" name="Google Shape;21;p39"/>
          <p:cNvSpPr/>
          <p:nvPr/>
        </p:nvSpPr>
        <p:spPr>
          <a:xfrm>
            <a:off x="4042611" y="-721894"/>
            <a:ext cx="641684" cy="6416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" name="Google Shape;22;p39"/>
          <p:cNvSpPr/>
          <p:nvPr/>
        </p:nvSpPr>
        <p:spPr>
          <a:xfrm>
            <a:off x="10170696" y="-1395662"/>
            <a:ext cx="641684" cy="641684"/>
          </a:xfrm>
          <a:prstGeom prst="rect">
            <a:avLst/>
          </a:prstGeom>
          <a:solidFill>
            <a:srgbClr val="0119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" name="Google Shape;23;p39"/>
          <p:cNvSpPr/>
          <p:nvPr/>
        </p:nvSpPr>
        <p:spPr>
          <a:xfrm>
            <a:off x="10844464" y="-1395662"/>
            <a:ext cx="641684" cy="641684"/>
          </a:xfrm>
          <a:prstGeom prst="rect">
            <a:avLst/>
          </a:prstGeom>
          <a:solidFill>
            <a:srgbClr val="FCB6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" name="Google Shape;24;p39"/>
          <p:cNvSpPr/>
          <p:nvPr/>
        </p:nvSpPr>
        <p:spPr>
          <a:xfrm>
            <a:off x="11518232" y="-1395662"/>
            <a:ext cx="641684" cy="641684"/>
          </a:xfrm>
          <a:prstGeom prst="rect">
            <a:avLst/>
          </a:prstGeom>
          <a:solidFill>
            <a:srgbClr val="29578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" name="Google Shape;25;p39"/>
          <p:cNvSpPr/>
          <p:nvPr/>
        </p:nvSpPr>
        <p:spPr>
          <a:xfrm>
            <a:off x="10170696" y="-2085472"/>
            <a:ext cx="641684" cy="641684"/>
          </a:xfrm>
          <a:prstGeom prst="rect">
            <a:avLst/>
          </a:prstGeom>
          <a:solidFill>
            <a:srgbClr val="4141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" name="Google Shape;26;p39"/>
          <p:cNvSpPr/>
          <p:nvPr/>
        </p:nvSpPr>
        <p:spPr>
          <a:xfrm>
            <a:off x="10844464" y="-2085472"/>
            <a:ext cx="641684" cy="641684"/>
          </a:xfrm>
          <a:prstGeom prst="rect">
            <a:avLst/>
          </a:prstGeom>
          <a:solidFill>
            <a:srgbClr val="E21E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" name="Google Shape;27;p39"/>
          <p:cNvSpPr/>
          <p:nvPr/>
        </p:nvSpPr>
        <p:spPr>
          <a:xfrm>
            <a:off x="11518232" y="-2085472"/>
            <a:ext cx="641684" cy="641684"/>
          </a:xfrm>
          <a:prstGeom prst="rect">
            <a:avLst/>
          </a:prstGeom>
          <a:solidFill>
            <a:srgbClr val="D9DA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" name="Google Shape;28;p39"/>
          <p:cNvSpPr/>
          <p:nvPr/>
        </p:nvSpPr>
        <p:spPr>
          <a:xfrm>
            <a:off x="9496928" y="-721894"/>
            <a:ext cx="641684" cy="641684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" name="Google Shape;29;p39"/>
          <p:cNvSpPr/>
          <p:nvPr/>
        </p:nvSpPr>
        <p:spPr>
          <a:xfrm>
            <a:off x="10170696" y="-721894"/>
            <a:ext cx="641684" cy="641684"/>
          </a:xfrm>
          <a:prstGeom prst="rect">
            <a:avLst/>
          </a:prstGeom>
          <a:solidFill>
            <a:srgbClr val="ED1C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" name="Google Shape;30;p39"/>
          <p:cNvSpPr/>
          <p:nvPr/>
        </p:nvSpPr>
        <p:spPr>
          <a:xfrm>
            <a:off x="10844464" y="-721894"/>
            <a:ext cx="641684" cy="641684"/>
          </a:xfrm>
          <a:prstGeom prst="rect">
            <a:avLst/>
          </a:prstGeom>
          <a:solidFill>
            <a:srgbClr val="E9E7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" name="Google Shape;31;p39"/>
          <p:cNvSpPr/>
          <p:nvPr/>
        </p:nvSpPr>
        <p:spPr>
          <a:xfrm>
            <a:off x="11518232" y="-721894"/>
            <a:ext cx="641684" cy="641684"/>
          </a:xfrm>
          <a:prstGeom prst="rect">
            <a:avLst/>
          </a:prstGeom>
          <a:solidFill>
            <a:srgbClr val="4040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Google Shape;32;p39"/>
          <p:cNvSpPr txBox="1"/>
          <p:nvPr/>
        </p:nvSpPr>
        <p:spPr>
          <a:xfrm>
            <a:off x="-623278" y="-449542"/>
            <a:ext cx="5277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JCA</a:t>
            </a:r>
            <a:endParaRPr/>
          </a:p>
        </p:txBody>
      </p:sp>
      <p:sp>
        <p:nvSpPr>
          <p:cNvPr id="33" name="Google Shape;33;p39"/>
          <p:cNvSpPr txBox="1"/>
          <p:nvPr/>
        </p:nvSpPr>
        <p:spPr>
          <a:xfrm>
            <a:off x="12192000" y="-449542"/>
            <a:ext cx="13580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Catarinense</a:t>
            </a:r>
            <a:endParaRPr/>
          </a:p>
        </p:txBody>
      </p:sp>
      <p:sp>
        <p:nvSpPr>
          <p:cNvPr id="34" name="Google Shape;34;p39"/>
          <p:cNvSpPr txBox="1"/>
          <p:nvPr/>
        </p:nvSpPr>
        <p:spPr>
          <a:xfrm>
            <a:off x="12192000" y="-1123310"/>
            <a:ext cx="936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Cometa</a:t>
            </a:r>
            <a:endParaRPr/>
          </a:p>
        </p:txBody>
      </p:sp>
      <p:sp>
        <p:nvSpPr>
          <p:cNvPr id="35" name="Google Shape;35;p39"/>
          <p:cNvSpPr txBox="1"/>
          <p:nvPr/>
        </p:nvSpPr>
        <p:spPr>
          <a:xfrm>
            <a:off x="12192000" y="-1813120"/>
            <a:ext cx="7070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1001</a:t>
            </a:r>
            <a:endParaRPr/>
          </a:p>
        </p:txBody>
      </p:sp>
      <p:sp>
        <p:nvSpPr>
          <p:cNvPr id="36" name="Google Shape;36;p39"/>
          <p:cNvSpPr/>
          <p:nvPr/>
        </p:nvSpPr>
        <p:spPr>
          <a:xfrm>
            <a:off x="10170696" y="6946234"/>
            <a:ext cx="641684" cy="641684"/>
          </a:xfrm>
          <a:prstGeom prst="rect">
            <a:avLst/>
          </a:prstGeom>
          <a:solidFill>
            <a:srgbClr val="3250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" name="Google Shape;37;p39"/>
          <p:cNvSpPr/>
          <p:nvPr/>
        </p:nvSpPr>
        <p:spPr>
          <a:xfrm>
            <a:off x="10844464" y="6946234"/>
            <a:ext cx="641684" cy="641684"/>
          </a:xfrm>
          <a:prstGeom prst="rect">
            <a:avLst/>
          </a:prstGeom>
          <a:solidFill>
            <a:srgbClr val="2B65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" name="Google Shape;38;p39"/>
          <p:cNvSpPr/>
          <p:nvPr/>
        </p:nvSpPr>
        <p:spPr>
          <a:xfrm>
            <a:off x="11518232" y="6946234"/>
            <a:ext cx="641684" cy="641684"/>
          </a:xfrm>
          <a:prstGeom prst="rect">
            <a:avLst/>
          </a:prstGeom>
          <a:solidFill>
            <a:srgbClr val="B0CA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" name="Google Shape;39;p39"/>
          <p:cNvSpPr txBox="1"/>
          <p:nvPr/>
        </p:nvSpPr>
        <p:spPr>
          <a:xfrm>
            <a:off x="12192000" y="7218586"/>
            <a:ext cx="843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Buslog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" name="Google Shape;40;p39"/>
          <p:cNvSpPr/>
          <p:nvPr/>
        </p:nvSpPr>
        <p:spPr>
          <a:xfrm>
            <a:off x="5245460" y="-721894"/>
            <a:ext cx="641684" cy="641684"/>
          </a:xfrm>
          <a:prstGeom prst="rect">
            <a:avLst/>
          </a:prstGeom>
          <a:solidFill>
            <a:srgbClr val="88C8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1" name="Google Shape;41;p39"/>
          <p:cNvSpPr/>
          <p:nvPr/>
        </p:nvSpPr>
        <p:spPr>
          <a:xfrm>
            <a:off x="5919228" y="-721894"/>
            <a:ext cx="641684" cy="641684"/>
          </a:xfrm>
          <a:prstGeom prst="rect">
            <a:avLst/>
          </a:prstGeom>
          <a:solidFill>
            <a:srgbClr val="008F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" name="Google Shape;42;p39"/>
          <p:cNvSpPr/>
          <p:nvPr/>
        </p:nvSpPr>
        <p:spPr>
          <a:xfrm>
            <a:off x="6592996" y="-721894"/>
            <a:ext cx="641684" cy="641684"/>
          </a:xfrm>
          <a:prstGeom prst="rect">
            <a:avLst/>
          </a:prstGeom>
          <a:solidFill>
            <a:srgbClr val="EE83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" name="Google Shape;43;p39"/>
          <p:cNvSpPr txBox="1"/>
          <p:nvPr/>
        </p:nvSpPr>
        <p:spPr>
          <a:xfrm>
            <a:off x="7266764" y="-449542"/>
            <a:ext cx="17331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Expresso do Sul</a:t>
            </a:r>
            <a:endParaRPr/>
          </a:p>
        </p:txBody>
      </p:sp>
      <p:sp>
        <p:nvSpPr>
          <p:cNvPr id="44" name="Google Shape;44;p39"/>
          <p:cNvSpPr/>
          <p:nvPr/>
        </p:nvSpPr>
        <p:spPr>
          <a:xfrm>
            <a:off x="5919228" y="-1395662"/>
            <a:ext cx="641684" cy="641684"/>
          </a:xfrm>
          <a:prstGeom prst="rect">
            <a:avLst/>
          </a:prstGeom>
          <a:solidFill>
            <a:srgbClr val="CF2F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6592996" y="-1395662"/>
            <a:ext cx="641684" cy="641684"/>
          </a:xfrm>
          <a:prstGeom prst="rect">
            <a:avLst/>
          </a:prstGeom>
          <a:solidFill>
            <a:srgbClr val="413F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" name="Google Shape;46;p39"/>
          <p:cNvSpPr txBox="1"/>
          <p:nvPr/>
        </p:nvSpPr>
        <p:spPr>
          <a:xfrm>
            <a:off x="7266764" y="-1123310"/>
            <a:ext cx="17347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Rápido Ribeirão</a:t>
            </a:r>
            <a:endParaRPr/>
          </a:p>
        </p:txBody>
      </p:sp>
      <p:sp>
        <p:nvSpPr>
          <p:cNvPr id="47" name="Google Shape;47;p39"/>
          <p:cNvSpPr/>
          <p:nvPr/>
        </p:nvSpPr>
        <p:spPr>
          <a:xfrm>
            <a:off x="10844464" y="7652085"/>
            <a:ext cx="641684" cy="641684"/>
          </a:xfrm>
          <a:prstGeom prst="rect">
            <a:avLst/>
          </a:prstGeom>
          <a:solidFill>
            <a:srgbClr val="C4D45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8" name="Google Shape;48;p39"/>
          <p:cNvSpPr/>
          <p:nvPr/>
        </p:nvSpPr>
        <p:spPr>
          <a:xfrm>
            <a:off x="11518232" y="7652085"/>
            <a:ext cx="641684" cy="641684"/>
          </a:xfrm>
          <a:prstGeom prst="rect">
            <a:avLst/>
          </a:prstGeom>
          <a:solidFill>
            <a:srgbClr val="565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9" name="Google Shape;49;p39"/>
          <p:cNvSpPr txBox="1"/>
          <p:nvPr/>
        </p:nvSpPr>
        <p:spPr>
          <a:xfrm>
            <a:off x="12192000" y="7924437"/>
            <a:ext cx="8034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Opção</a:t>
            </a:r>
            <a:endParaRPr/>
          </a:p>
        </p:txBody>
      </p:sp>
      <p:sp>
        <p:nvSpPr>
          <p:cNvPr id="50" name="Google Shape;50;p39"/>
          <p:cNvSpPr/>
          <p:nvPr/>
        </p:nvSpPr>
        <p:spPr>
          <a:xfrm>
            <a:off x="0" y="6946234"/>
            <a:ext cx="641684" cy="641684"/>
          </a:xfrm>
          <a:prstGeom prst="rect">
            <a:avLst/>
          </a:prstGeom>
          <a:solidFill>
            <a:srgbClr val="533F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1" name="Google Shape;51;p39"/>
          <p:cNvSpPr txBox="1"/>
          <p:nvPr/>
        </p:nvSpPr>
        <p:spPr>
          <a:xfrm>
            <a:off x="-581599" y="7218586"/>
            <a:ext cx="4860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SIT</a:t>
            </a:r>
            <a:endParaRPr/>
          </a:p>
        </p:txBody>
      </p:sp>
      <p:sp>
        <p:nvSpPr>
          <p:cNvPr id="52" name="Google Shape;52;p39"/>
          <p:cNvSpPr/>
          <p:nvPr/>
        </p:nvSpPr>
        <p:spPr>
          <a:xfrm>
            <a:off x="0" y="7652085"/>
            <a:ext cx="641684" cy="641684"/>
          </a:xfrm>
          <a:prstGeom prst="rect">
            <a:avLst/>
          </a:prstGeom>
          <a:solidFill>
            <a:srgbClr val="326C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3" name="Google Shape;53;p39"/>
          <p:cNvSpPr txBox="1"/>
          <p:nvPr/>
        </p:nvSpPr>
        <p:spPr>
          <a:xfrm>
            <a:off x="-1291730" y="7924437"/>
            <a:ext cx="11961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Macaense</a:t>
            </a:r>
            <a:endParaRPr/>
          </a:p>
        </p:txBody>
      </p:sp>
      <p:sp>
        <p:nvSpPr>
          <p:cNvPr id="54" name="Google Shape;54;p39"/>
          <p:cNvSpPr txBox="1"/>
          <p:nvPr/>
        </p:nvSpPr>
        <p:spPr>
          <a:xfrm>
            <a:off x="4267814" y="6946234"/>
            <a:ext cx="33028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Títulos: Franklin Gothic Medium</a:t>
            </a:r>
            <a:endParaRPr sz="1800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5" name="Google Shape;55;p39"/>
          <p:cNvSpPr txBox="1"/>
          <p:nvPr/>
        </p:nvSpPr>
        <p:spPr>
          <a:xfrm>
            <a:off x="4117262" y="7395413"/>
            <a:ext cx="36039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Texto corrido: Franklin Gothic Book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80" r:id="rId25"/>
    <p:sldLayoutId id="2147483681" r:id="rId26"/>
    <p:sldLayoutId id="2147483682" r:id="rId27"/>
    <p:sldLayoutId id="2147483683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TODOS | Semana 15 até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TODOS | Semana 15 até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Receita Financeira | TODOS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473E2A42-80CE-BFE1-5D02-E62099913913}"/>
              </a:ext>
            </a:extLst>
          </p:cNvPr>
          <p:cNvSpPr/>
          <p:nvPr/>
        </p:nvSpPr>
        <p:spPr>
          <a:xfrm>
            <a:off x="0" y="4502726"/>
            <a:ext cx="12192000" cy="23552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BR" sz="900" b="1" dirty="0"/>
              <a:t>Período 01 até 26/04:</a:t>
            </a:r>
            <a:br>
              <a:rPr lang="pt-BR" sz="900" b="1" dirty="0"/>
            </a:br>
            <a:r>
              <a:rPr lang="pt-BR" sz="900" b="1" dirty="0"/>
              <a:t>Geral: 0,29% </a:t>
            </a:r>
            <a:r>
              <a:rPr lang="pt-BR" sz="900" dirty="0"/>
              <a:t>(25x26); Real x Orçado</a:t>
            </a:r>
            <a:r>
              <a:rPr lang="pt-BR" sz="900" b="1" dirty="0"/>
              <a:t> -5%</a:t>
            </a:r>
          </a:p>
          <a:p>
            <a:pPr lvl="0"/>
            <a:r>
              <a:rPr lang="pt-BR" sz="900" b="1" dirty="0"/>
              <a:t>1001: -2% </a:t>
            </a:r>
            <a:r>
              <a:rPr lang="pt-BR" sz="900" dirty="0"/>
              <a:t>(25x26); Real x Orçado </a:t>
            </a:r>
            <a:r>
              <a:rPr lang="pt-BR" sz="900" b="1" dirty="0"/>
              <a:t>-9%</a:t>
            </a:r>
          </a:p>
          <a:p>
            <a:pPr lvl="0"/>
            <a:r>
              <a:rPr lang="pt-BR" sz="900" b="1" dirty="0"/>
              <a:t>Catarinense:</a:t>
            </a:r>
            <a:r>
              <a:rPr lang="pt-BR" sz="900" dirty="0"/>
              <a:t> Crescimento 5</a:t>
            </a:r>
            <a:r>
              <a:rPr lang="pt-BR" sz="900" b="1" dirty="0"/>
              <a:t>% </a:t>
            </a:r>
            <a:r>
              <a:rPr lang="pt-BR" sz="900" dirty="0"/>
              <a:t>(25x26); Real x Orçado 2</a:t>
            </a:r>
            <a:r>
              <a:rPr lang="pt-BR" sz="900" b="1" dirty="0"/>
              <a:t>%</a:t>
            </a:r>
            <a:r>
              <a:rPr lang="pt-BR" sz="900" dirty="0"/>
              <a:t>;</a:t>
            </a:r>
          </a:p>
          <a:p>
            <a:pPr lvl="0"/>
            <a:r>
              <a:rPr lang="pt-BR" sz="900" b="1" dirty="0"/>
              <a:t>Cometa:</a:t>
            </a:r>
            <a:r>
              <a:rPr lang="pt-BR" sz="900" dirty="0"/>
              <a:t> Crescimento</a:t>
            </a:r>
            <a:r>
              <a:rPr lang="pt-BR" sz="900" b="1" dirty="0"/>
              <a:t> 3% </a:t>
            </a:r>
            <a:r>
              <a:rPr lang="pt-BR" sz="900" dirty="0"/>
              <a:t>(25x26); Real x Orçado</a:t>
            </a:r>
            <a:r>
              <a:rPr lang="pt-BR" sz="900" b="1" dirty="0"/>
              <a:t> -3%;</a:t>
            </a:r>
          </a:p>
          <a:p>
            <a:pPr lvl="0"/>
            <a:r>
              <a:rPr lang="pt-BR" sz="900" b="1" dirty="0"/>
              <a:t>Expresso: -28% </a:t>
            </a:r>
            <a:r>
              <a:rPr lang="pt-BR" sz="900" dirty="0"/>
              <a:t>(25x26); Real x Orçado </a:t>
            </a:r>
            <a:r>
              <a:rPr lang="pt-BR" sz="900" b="1" dirty="0"/>
              <a:t>-18%;</a:t>
            </a:r>
          </a:p>
          <a:p>
            <a:pPr lvl="0"/>
            <a:r>
              <a:rPr lang="pt-BR" sz="900" b="1" dirty="0"/>
              <a:t>RR:</a:t>
            </a:r>
            <a:r>
              <a:rPr lang="pt-BR" sz="900" dirty="0"/>
              <a:t> Cresceu </a:t>
            </a:r>
            <a:r>
              <a:rPr lang="pt-BR" sz="900" b="1" dirty="0"/>
              <a:t>16% </a:t>
            </a:r>
            <a:r>
              <a:rPr lang="pt-BR" sz="900" dirty="0"/>
              <a:t>(25x26); Real x Orçado </a:t>
            </a:r>
            <a:r>
              <a:rPr lang="pt-BR" sz="900" b="1" dirty="0"/>
              <a:t>9%</a:t>
            </a:r>
          </a:p>
          <a:p>
            <a:pPr lvl="0"/>
            <a:r>
              <a:rPr lang="pt-BR" sz="900" b="1" dirty="0"/>
              <a:t>WMB: </a:t>
            </a:r>
            <a:r>
              <a:rPr lang="pt-BR" sz="900" dirty="0"/>
              <a:t>redução</a:t>
            </a:r>
            <a:r>
              <a:rPr lang="pt-BR" sz="900" b="1" dirty="0"/>
              <a:t> -% </a:t>
            </a:r>
            <a:r>
              <a:rPr lang="pt-BR" sz="900" dirty="0"/>
              <a:t>(25X26); Real X Orçado </a:t>
            </a:r>
            <a:r>
              <a:rPr lang="pt-BR" sz="900" b="1" dirty="0"/>
              <a:t>%</a:t>
            </a:r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TODOS | Semana 15 até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06C96-69C1-746A-3FFB-58F56A14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485526E7-01D0-9047-8B4B-4D33F9B6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146E0AFE-9A65-8650-82DF-7075689BB9FB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Geral</a:t>
            </a: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AAF15B2C-A199-0666-2DCF-A88807C4E0D7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84%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14592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SAOxRIO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529C4564-EA60-32BC-70A2-738B012F9EDF}"/>
              </a:ext>
            </a:extLst>
          </p:cNvPr>
          <p:cNvSpPr/>
          <p:nvPr/>
        </p:nvSpPr>
        <p:spPr>
          <a:xfrm>
            <a:off x="-9525" y="6026732"/>
            <a:ext cx="12192000" cy="8154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Período 01 até 26/04:  </a:t>
            </a:r>
            <a:r>
              <a:rPr lang="pt-BR" sz="900" dirty="0"/>
              <a:t>Real x Orçado</a:t>
            </a:r>
            <a:r>
              <a:rPr lang="pt-BR" sz="900" b="1" dirty="0"/>
              <a:t> -16%</a:t>
            </a:r>
            <a:br>
              <a:rPr lang="pt-BR" sz="900" b="1" dirty="0"/>
            </a:br>
            <a:r>
              <a:rPr lang="pt-BR" sz="900" b="1" dirty="0"/>
              <a:t>1001: -16%</a:t>
            </a:r>
            <a:br>
              <a:rPr lang="pt-BR" sz="900" b="1" dirty="0"/>
            </a:br>
            <a:r>
              <a:rPr lang="pt-BR" sz="900" b="1" dirty="0"/>
              <a:t>Expresso: -18%</a:t>
            </a:r>
            <a:br>
              <a:rPr lang="pt-BR" sz="900" b="1" dirty="0"/>
            </a:br>
            <a:r>
              <a:rPr lang="pt-BR" sz="900" b="1" dirty="0"/>
              <a:t>Catarinense: -11%</a:t>
            </a:r>
          </a:p>
          <a:p>
            <a:pPr lvl="0"/>
            <a:r>
              <a:rPr lang="pt-BR" sz="900" b="1" dirty="0"/>
              <a:t>WMB +2,42%</a:t>
            </a:r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SAOxRIO | Semana 15 até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SAOxRIO | Semana 15 até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DE04-511F-3375-0056-7B5F28BD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5BAE308A-F038-D6BD-28A4-7ED9D9B0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54D93E4F-4D0A-5074-370C-B31A24D98D28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–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SAOxRIO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CCFFD749-D4CE-D550-F236-2ED8D9A3DF16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digitais:88% 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0578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SAOxBHZ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26CEAD9B-7093-C5F4-1DEA-9F5C7709D6E6}"/>
              </a:ext>
            </a:extLst>
          </p:cNvPr>
          <p:cNvSpPr/>
          <p:nvPr/>
        </p:nvSpPr>
        <p:spPr>
          <a:xfrm>
            <a:off x="-9530" y="6375626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Período 01 até 26/04: </a:t>
            </a:r>
            <a:r>
              <a:rPr lang="pt-BR" sz="900" dirty="0"/>
              <a:t>Real x Orçado</a:t>
            </a:r>
            <a:r>
              <a:rPr lang="pt-BR" sz="900" b="1" dirty="0"/>
              <a:t> -6%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SAOxBHZ | Semana 15 até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SAOxBHZ | Semana 15 até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ACD5-86E4-3F7D-64A2-DF6682A6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EA56972F-EF87-FD67-1302-B390DF15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C28AC467-CA8D-B8A1-6442-51AFBD4C8C50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SAOXBHZ</a:t>
            </a: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49DE35C8-54F2-22B3-D405-7E2E1A52B478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digitais:86% 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01491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BHZxRIO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E127472D-6E85-AD06-CBD4-44C9FEC28C8A}"/>
              </a:ext>
            </a:extLst>
          </p:cNvPr>
          <p:cNvSpPr/>
          <p:nvPr/>
        </p:nvSpPr>
        <p:spPr>
          <a:xfrm>
            <a:off x="-953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Período 01 até 26/04: </a:t>
            </a:r>
            <a:r>
              <a:rPr lang="pt-BR" sz="900" dirty="0"/>
              <a:t>Real x Orçado</a:t>
            </a:r>
            <a:r>
              <a:rPr lang="pt-BR" sz="900" b="1" dirty="0"/>
              <a:t> 6%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BHZxRIO | Semana 15 até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BHZxRIO | Semana 15 até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9D7D4-4244-6588-E0D2-D5FC6AD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D31D7AF6-D88C-02F2-D273-A61DC248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65369122-1F84-CFCA-A283-16143A710C2A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BHZxRIO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8" name="Google Shape;539;g2d2b7739cbe_1_282">
            <a:extLst>
              <a:ext uri="{FF2B5EF4-FFF2-40B4-BE49-F238E27FC236}">
                <a16:creationId xmlns:a16="http://schemas.microsoft.com/office/drawing/2014/main" id="{338DFFD6-E1D8-450B-E43D-2F6E39D961B9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digitais:86% 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0807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SAOxCTB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9743438C-22DB-A96D-8735-D42B297239AC}"/>
              </a:ext>
            </a:extLst>
          </p:cNvPr>
          <p:cNvSpPr/>
          <p:nvPr/>
        </p:nvSpPr>
        <p:spPr>
          <a:xfrm>
            <a:off x="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-25%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SAOxCTB | Semana 15 até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SAOxCTB | Semana 15 até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8831-78A6-3450-79AD-A18AADEF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652DEAEC-5B3F-1170-4068-E9FE3957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F21C2C33-24F2-8E69-E483-29A6FFAF608D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SAOxCTB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BFD296DD-9415-EDB8-2328-A48CA2A62B58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90%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493290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CTBxFLN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39AA4E7B-E560-2938-F1E2-B4D873E9C3B3}"/>
              </a:ext>
            </a:extLst>
          </p:cNvPr>
          <p:cNvSpPr/>
          <p:nvPr/>
        </p:nvSpPr>
        <p:spPr>
          <a:xfrm>
            <a:off x="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-25%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CTBxFLN | Semana 15 até 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CTBxFLN | Semana 15 até 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9AB7-E21D-BEFA-5DEA-A4D6C74E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415DB8EE-0213-B4B8-B6EC-58631E716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DA493435-2D9A-2F33-289A-4307B8E59C21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CTBxFLN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5FB569D4-3423-B7AB-FA6F-A4D69005FBE7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86%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377541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SAOxFLN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222315AE-CD3D-5171-80D3-B1F643E195EB}"/>
              </a:ext>
            </a:extLst>
          </p:cNvPr>
          <p:cNvSpPr/>
          <p:nvPr/>
        </p:nvSpPr>
        <p:spPr>
          <a:xfrm>
            <a:off x="-9530" y="6207397"/>
            <a:ext cx="12192000" cy="64863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pt-BR" sz="900" b="1" dirty="0"/>
          </a:p>
          <a:p>
            <a:br>
              <a:rPr lang="pt-BR" sz="900" b="1" dirty="0"/>
            </a:br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7%</a:t>
            </a:r>
            <a:br>
              <a:rPr lang="pt-BR" sz="900" b="1" dirty="0"/>
            </a:br>
            <a:r>
              <a:rPr lang="pt-BR" sz="900" b="1" dirty="0"/>
              <a:t>Catarinense: 7%</a:t>
            </a:r>
            <a:br>
              <a:rPr lang="pt-BR" sz="900" b="1" dirty="0"/>
            </a:br>
            <a:r>
              <a:rPr lang="pt-BR" sz="900" b="1" dirty="0"/>
              <a:t>1001: -14%</a:t>
            </a:r>
          </a:p>
          <a:p>
            <a:br>
              <a:rPr lang="pt-BR" sz="900" b="1" dirty="0"/>
            </a:br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SAOxFLN | Semana 15 até 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SAOxFLN | Semana 15 até 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E72B0-3174-B436-BB9E-208C4E22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06851841-0F0F-BF6F-ADBB-8E5251D6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2B11964E-3EA1-72AA-A361-E7647E7F1308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SAOxFLN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A88FB622-357D-E703-82E3-7F7C2D2E9BCE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86% 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4197615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SAOxRAO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D33B24C0-0736-8D0F-11EF-E24C815368D5}"/>
              </a:ext>
            </a:extLst>
          </p:cNvPr>
          <p:cNvSpPr/>
          <p:nvPr/>
        </p:nvSpPr>
        <p:spPr>
          <a:xfrm>
            <a:off x="-953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endParaRPr lang="pt-BR" sz="900" b="1" dirty="0"/>
          </a:p>
          <a:p>
            <a:pPr lvl="0"/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1%</a:t>
            </a:r>
            <a:br>
              <a:rPr lang="pt-BR" sz="900" b="1" dirty="0"/>
            </a:br>
            <a:r>
              <a:rPr lang="pt-BR" sz="900" b="1" dirty="0"/>
              <a:t>Cometa: -2%</a:t>
            </a:r>
            <a:br>
              <a:rPr lang="pt-BR" sz="900" b="1" dirty="0"/>
            </a:br>
            <a:r>
              <a:rPr lang="pt-BR" sz="900" b="1" dirty="0"/>
              <a:t>RR: 8%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SAOxRAO | Semana 15 até 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SAOxRAO | Semana 15 até 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8074-BDBF-9FB3-0CDD-6E256E5D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C9746BED-34DC-AE46-1ED9-2E71475B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2C469FCE-E879-B394-814D-9A5FBC5E3EAE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SAOxRAO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3C86B3D5-582D-019B-E740-AF7A71E3A82E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91%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039082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SAOxSRJ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ABF5FD91-01CA-4B69-EC34-9D539CE170FB}"/>
              </a:ext>
            </a:extLst>
          </p:cNvPr>
          <p:cNvSpPr/>
          <p:nvPr/>
        </p:nvSpPr>
        <p:spPr>
          <a:xfrm>
            <a:off x="-953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endParaRPr lang="pt-BR" sz="900" b="1" dirty="0"/>
          </a:p>
          <a:p>
            <a:pPr lvl="0"/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1%</a:t>
            </a:r>
            <a:br>
              <a:rPr lang="pt-BR" sz="900" b="1" dirty="0"/>
            </a:br>
            <a:r>
              <a:rPr lang="pt-BR" sz="900" b="1" dirty="0"/>
              <a:t>Cometa: -2%</a:t>
            </a:r>
            <a:br>
              <a:rPr lang="pt-BR" sz="900" b="1" dirty="0"/>
            </a:br>
            <a:r>
              <a:rPr lang="pt-BR" sz="900" b="1" dirty="0"/>
              <a:t>RR: 8%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SAOxSRJ | Semana 15 até 18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SAOxSRJ | Semana 15 até 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7CD2A-F3C4-2EDD-C2CC-9922457B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C9C70F6C-7501-29DB-FF6C-C1EBD658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B84CCD9E-FE86-C7DD-2112-CB8E013495E4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SAOxSJR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26368F02-63B7-FF16-4241-BC41DA50F18E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80% 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841813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PAX TM | SAOxFRC | Semana 15 até 18</a:t>
            </a:r>
          </a:p>
        </p:txBody>
      </p:sp>
      <p:sp>
        <p:nvSpPr>
          <p:cNvPr id="4" name="Google Shape;539;g2d2b7739cbe_1_282">
            <a:extLst>
              <a:ext uri="{FF2B5EF4-FFF2-40B4-BE49-F238E27FC236}">
                <a16:creationId xmlns:a16="http://schemas.microsoft.com/office/drawing/2014/main" id="{B33B57E0-415B-1237-A18B-0F827F80CBBA}"/>
              </a:ext>
            </a:extLst>
          </p:cNvPr>
          <p:cNvSpPr/>
          <p:nvPr/>
        </p:nvSpPr>
        <p:spPr>
          <a:xfrm>
            <a:off x="-9530" y="6373657"/>
            <a:ext cx="12192000" cy="48237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t-BR" sz="900" b="1" dirty="0"/>
              <a:t>Período 01 até 26/04 : </a:t>
            </a:r>
            <a:r>
              <a:rPr lang="pt-BR" sz="900" dirty="0"/>
              <a:t>Real x Orçado</a:t>
            </a:r>
            <a:r>
              <a:rPr lang="pt-BR" sz="900" b="1" dirty="0"/>
              <a:t> 1%</a:t>
            </a:r>
          </a:p>
          <a:p>
            <a:pPr lvl="0"/>
            <a:endParaRPr lang="pt-BR" sz="900" b="1" dirty="0"/>
          </a:p>
          <a:p>
            <a:pPr marL="165100" marR="0" lvl="0" algn="l" rtl="0">
              <a:spcBef>
                <a:spcPts val="0"/>
              </a:spcBef>
              <a:spcAft>
                <a:spcPts val="0"/>
              </a:spcAft>
              <a:buSzPts val="1000"/>
            </a:pPr>
            <a:endParaRPr lang="pt-BR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R$/KM | SAOxFRC | Semana 15 até 18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F22824"/>
                </a:solidFill>
                <a:latin typeface="Libre Franklin Medium"/>
              </a:defRPr>
            </a:pPr>
            <a:r>
              <a:t>WoW | ASK LF | SAOxFRC | Semana 15 até 18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629D-DBF9-8F23-43CB-4C6D86F9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68C8921D-658C-C2DA-E30F-910385B2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- LF</a:t>
            </a:r>
          </a:p>
        </p:txBody>
      </p:sp>
      <p:sp>
        <p:nvSpPr>
          <p:cNvPr id="2" name="Título 2">
            <a:extLst>
              <a:ext uri="{FF2B5EF4-FFF2-40B4-BE49-F238E27FC236}">
                <a16:creationId xmlns:a16="http://schemas.microsoft.com/office/drawing/2014/main" id="{ACCC3C3D-E276-B358-3D2A-63BE9A959D1F}"/>
              </a:ext>
            </a:extLst>
          </p:cNvPr>
          <p:cNvSpPr txBox="1">
            <a:spLocks/>
          </p:cNvSpPr>
          <p:nvPr/>
        </p:nvSpPr>
        <p:spPr>
          <a:xfrm>
            <a:off x="0" y="85099"/>
            <a:ext cx="10774204" cy="48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Share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Canais Acumulado - </a:t>
            </a: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SAOxFRC</a:t>
            </a:r>
            <a:endParaRPr lang="pt-BR"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  <p:sp>
        <p:nvSpPr>
          <p:cNvPr id="6" name="Google Shape;539;g2d2b7739cbe_1_282">
            <a:extLst>
              <a:ext uri="{FF2B5EF4-FFF2-40B4-BE49-F238E27FC236}">
                <a16:creationId xmlns:a16="http://schemas.microsoft.com/office/drawing/2014/main" id="{C2F4E9E9-0E21-D915-0145-D7E9A35EFCF1}"/>
              </a:ext>
            </a:extLst>
          </p:cNvPr>
          <p:cNvSpPr/>
          <p:nvPr/>
        </p:nvSpPr>
        <p:spPr>
          <a:xfrm>
            <a:off x="-9525" y="6359806"/>
            <a:ext cx="12192000" cy="482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br>
              <a:rPr lang="pt-BR" sz="900" b="1" dirty="0"/>
            </a:br>
            <a:r>
              <a:rPr lang="pt-BR" sz="900" b="1" dirty="0"/>
              <a:t>Venda Cama nos canais digitais: 88%</a:t>
            </a:r>
            <a:br>
              <a:rPr lang="pt-BR" sz="900" b="1" dirty="0"/>
            </a:b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471760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54AD6C7E-A4D6-E05F-1CC8-C736F4F9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689;g2d3fa5a221f_2_0">
            <a:extLst>
              <a:ext uri="{FF2B5EF4-FFF2-40B4-BE49-F238E27FC236}">
                <a16:creationId xmlns:a16="http://schemas.microsoft.com/office/drawing/2014/main" id="{61CE8588-5FEB-1991-7D32-1F4FF00FC92D}"/>
              </a:ext>
            </a:extLst>
          </p:cNvPr>
          <p:cNvSpPr txBox="1">
            <a:spLocks noGrp="1"/>
          </p:cNvSpPr>
          <p:nvPr/>
        </p:nvSpPr>
        <p:spPr>
          <a:xfrm>
            <a:off x="580775" y="0"/>
            <a:ext cx="4725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ibre Franklin Medium"/>
              <a:buNone/>
            </a:pPr>
            <a:r>
              <a:rPr lang="pt-BR" sz="2700" dirty="0" err="1">
                <a:solidFill>
                  <a:srgbClr val="FF0000"/>
                </a:solidFill>
                <a:latin typeface="Libre Franklin Medium" pitchFamily="2" charset="0"/>
              </a:rPr>
              <a:t>Load</a:t>
            </a:r>
            <a:r>
              <a:rPr lang="pt-BR" sz="2700" dirty="0">
                <a:solidFill>
                  <a:srgbClr val="FF0000"/>
                </a:solidFill>
                <a:latin typeface="Libre Franklin Medium" pitchFamily="2" charset="0"/>
              </a:rPr>
              <a:t> Factor Futuro - UTP</a:t>
            </a:r>
            <a:endParaRPr sz="2700" dirty="0">
              <a:solidFill>
                <a:srgbClr val="FF0000"/>
              </a:solidFill>
              <a:latin typeface="Libre Franklin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479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Grupo JCA">
      <a:dk1>
        <a:srgbClr val="01023F"/>
      </a:dk1>
      <a:lt1>
        <a:srgbClr val="FFFFFF"/>
      </a:lt1>
      <a:dk2>
        <a:srgbClr val="333440"/>
      </a:dk2>
      <a:lt2>
        <a:srgbClr val="F5F6F6"/>
      </a:lt2>
      <a:accent1>
        <a:srgbClr val="EF5B5D"/>
      </a:accent1>
      <a:accent2>
        <a:srgbClr val="54A2A5"/>
      </a:accent2>
      <a:accent3>
        <a:srgbClr val="AF272F"/>
      </a:accent3>
      <a:accent4>
        <a:srgbClr val="E06136"/>
      </a:accent4>
      <a:accent5>
        <a:srgbClr val="CCCCCC"/>
      </a:accent5>
      <a:accent6>
        <a:srgbClr val="2B3888"/>
      </a:accent6>
      <a:hlink>
        <a:srgbClr val="6ECFF6"/>
      </a:hlink>
      <a:folHlink>
        <a:srgbClr val="F07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apresentação WoW.potx" id="{723ECCE8-33B9-44B9-9787-482BA559F4E9}" vid="{8BB01F32-14DE-4995-B014-55E1F3BFDB2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1360</Words>
  <Application>Microsoft Office PowerPoint</Application>
  <PresentationFormat>Widescreen</PresentationFormat>
  <Paragraphs>283</Paragraphs>
  <Slides>44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1" baseType="lpstr">
      <vt:lpstr>Calibri</vt:lpstr>
      <vt:lpstr>Noto Sans Symbols</vt:lpstr>
      <vt:lpstr>Arial</vt:lpstr>
      <vt:lpstr>Arial Black</vt:lpstr>
      <vt:lpstr>Libre Franklin</vt:lpstr>
      <vt:lpstr>Libre Franklin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  <vt:lpstr>Apresentação do PowerPoint</vt:lpstr>
      <vt:lpstr>ASK - LF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Rodrigues Felix</dc:creator>
  <cp:lastModifiedBy>Guilherme Rodrigues Felix</cp:lastModifiedBy>
  <cp:revision>6</cp:revision>
  <dcterms:created xsi:type="dcterms:W3CDTF">2026-05-08T13:36:44Z</dcterms:created>
  <dcterms:modified xsi:type="dcterms:W3CDTF">2026-05-26T19:37:13Z</dcterms:modified>
</cp:coreProperties>
</file>