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"/>
  </p:notesMasterIdLst>
  <p:sldIdLst>
    <p:sldId id="381" r:id="rId2"/>
    <p:sldId id="430" r:id="rId3"/>
    <p:sldId id="433" r:id="rId4"/>
    <p:sldId id="434" r:id="rId5"/>
    <p:sldId id="38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3BD1A623-2027-455C-9968-CC802D857DE8}">
          <p14:sldIdLst>
            <p14:sldId id="381"/>
            <p14:sldId id="430"/>
            <p14:sldId id="433"/>
            <p14:sldId id="434"/>
            <p14:sldId id="3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EF5B5D"/>
    <a:srgbClr val="652223"/>
    <a:srgbClr val="FF6600"/>
    <a:srgbClr val="00AEEE"/>
    <a:srgbClr val="011836"/>
    <a:srgbClr val="B2B2B2"/>
    <a:srgbClr val="BABDBE"/>
    <a:srgbClr val="E21D26"/>
    <a:srgbClr val="326C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Estilo Médio 1 - Ênfase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DA37D80-6434-44D0-A028-1B22A696006F}" styleName="Estilo Claro 3 - Ênfase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/>
  </p:normalViewPr>
  <p:slideViewPr>
    <p:cSldViewPr snapToGrid="0" snapToObjects="1">
      <p:cViewPr varScale="1">
        <p:scale>
          <a:sx n="98" d="100"/>
          <a:sy n="98" d="100"/>
        </p:scale>
        <p:origin x="477" y="99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72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B96D8-A4F9-944C-8142-16D0BB331B8D}" type="datetimeFigureOut">
              <a:rPr lang="pt-BR" smtClean="0"/>
              <a:t>18/06/2026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46D09D-2868-9E46-AA90-1050834842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1838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46D09D-2868-9E46-AA90-1050834842C6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5858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BC56F-F530-A082-633E-158EEC453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038AE5C-DBAB-EC07-0532-1B738E045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BD4A9DF-FE7B-4632-B948-6FF1F48E0C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66C9CCB-561E-8627-C6B5-E0483E6D21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46D09D-2868-9E46-AA90-1050834842C6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96852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D2B26-CB37-718C-2CA9-20BEDA5B0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33551C1-74C4-BD03-8422-6A94C9F4E9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9FFB97A-24D9-9933-D7DE-C2483B7622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F57AE02-3B42-AFF1-CC5D-C6762E9F26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46D09D-2868-9E46-AA90-1050834842C6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926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24B34-18F9-A318-84C2-52E0EE9E6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E25A515-24C7-C18D-36C7-A8F73C6C6E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1F2B4EF-2083-888D-4CBF-B3C9F88CBC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2124389-286F-10B3-BE9D-D1BB93BDFD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46D09D-2868-9E46-AA90-1050834842C6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5165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ertura / Encerr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Uma imagem contendo gráficos vetoriais, texto&#10;&#10;Descrição gerada automaticamente">
            <a:extLst>
              <a:ext uri="{FF2B5EF4-FFF2-40B4-BE49-F238E27FC236}">
                <a16:creationId xmlns:a16="http://schemas.microsoft.com/office/drawing/2014/main" id="{E1A37929-72E8-484C-B7C3-49A2C7E39A5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4550" y="2851150"/>
            <a:ext cx="28829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436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972C93C1-60A9-864C-825E-1C4EE67E7027}"/>
              </a:ext>
            </a:extLst>
          </p:cNvPr>
          <p:cNvSpPr/>
          <p:nvPr userDrawn="1"/>
        </p:nvSpPr>
        <p:spPr>
          <a:xfrm>
            <a:off x="0" y="0"/>
            <a:ext cx="12192000" cy="4338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Espaço Reservado para Imagem 32">
            <a:extLst>
              <a:ext uri="{FF2B5EF4-FFF2-40B4-BE49-F238E27FC236}">
                <a16:creationId xmlns:a16="http://schemas.microsoft.com/office/drawing/2014/main" id="{00AEF140-A336-7945-ACAF-B47743FC565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52847" y="959801"/>
            <a:ext cx="7439153" cy="5212715"/>
          </a:xfrm>
          <a:custGeom>
            <a:avLst/>
            <a:gdLst>
              <a:gd name="connsiteX0" fmla="*/ 7050295 w 8455025"/>
              <a:gd name="connsiteY0" fmla="*/ 1207658 h 5924550"/>
              <a:gd name="connsiteX1" fmla="*/ 8455025 w 8455025"/>
              <a:gd name="connsiteY1" fmla="*/ 1449066 h 5924550"/>
              <a:gd name="connsiteX2" fmla="*/ 8455025 w 8455025"/>
              <a:gd name="connsiteY2" fmla="*/ 4548077 h 5924550"/>
              <a:gd name="connsiteX3" fmla="*/ 7050295 w 8455025"/>
              <a:gd name="connsiteY3" fmla="*/ 4779256 h 5924550"/>
              <a:gd name="connsiteX4" fmla="*/ 0 w 8455025"/>
              <a:gd name="connsiteY4" fmla="*/ 0 h 5924550"/>
              <a:gd name="connsiteX5" fmla="*/ 23056 w 8455025"/>
              <a:gd name="connsiteY5" fmla="*/ 0 h 5924550"/>
              <a:gd name="connsiteX6" fmla="*/ 6427442 w 8455025"/>
              <a:gd name="connsiteY6" fmla="*/ 1100618 h 5924550"/>
              <a:gd name="connsiteX7" fmla="*/ 6427442 w 8455025"/>
              <a:gd name="connsiteY7" fmla="*/ 4881759 h 5924550"/>
              <a:gd name="connsiteX8" fmla="*/ 91039 w 8455025"/>
              <a:gd name="connsiteY8" fmla="*/ 5924550 h 5924550"/>
              <a:gd name="connsiteX9" fmla="*/ 0 w 8455025"/>
              <a:gd name="connsiteY9" fmla="*/ 5924550 h 5924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455025" h="5924550">
                <a:moveTo>
                  <a:pt x="7050295" y="1207658"/>
                </a:moveTo>
                <a:lnTo>
                  <a:pt x="8455025" y="1449066"/>
                </a:lnTo>
                <a:lnTo>
                  <a:pt x="8455025" y="4548077"/>
                </a:lnTo>
                <a:lnTo>
                  <a:pt x="7050295" y="4779256"/>
                </a:lnTo>
                <a:close/>
                <a:moveTo>
                  <a:pt x="0" y="0"/>
                </a:moveTo>
                <a:lnTo>
                  <a:pt x="23056" y="0"/>
                </a:lnTo>
                <a:lnTo>
                  <a:pt x="6427442" y="1100618"/>
                </a:lnTo>
                <a:lnTo>
                  <a:pt x="6427442" y="4881759"/>
                </a:lnTo>
                <a:lnTo>
                  <a:pt x="91039" y="5924550"/>
                </a:lnTo>
                <a:lnTo>
                  <a:pt x="0" y="592455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</a:p>
        </p:txBody>
      </p:sp>
      <p:pic>
        <p:nvPicPr>
          <p:cNvPr id="34" name="Imagem 33" descr="Uma imagem contendo gráficos vetoriais, texto&#10;&#10;Descrição gerada automaticamente">
            <a:extLst>
              <a:ext uri="{FF2B5EF4-FFF2-40B4-BE49-F238E27FC236}">
                <a16:creationId xmlns:a16="http://schemas.microsoft.com/office/drawing/2014/main" id="{0E8C9C73-A8DB-0845-A8DB-0DEFE178FBB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1198" y="646430"/>
            <a:ext cx="1970722" cy="790025"/>
          </a:xfrm>
          <a:prstGeom prst="rect">
            <a:avLst/>
          </a:prstGeom>
        </p:spPr>
      </p:pic>
      <p:sp>
        <p:nvSpPr>
          <p:cNvPr id="35" name="Título 1">
            <a:extLst>
              <a:ext uri="{FF2B5EF4-FFF2-40B4-BE49-F238E27FC236}">
                <a16:creationId xmlns:a16="http://schemas.microsoft.com/office/drawing/2014/main" id="{BE48A0C4-6619-A144-B456-6F2797504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198" y="1637707"/>
            <a:ext cx="3372802" cy="2387600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40" name="Subtítulo 2">
            <a:extLst>
              <a:ext uri="{FF2B5EF4-FFF2-40B4-BE49-F238E27FC236}">
                <a16:creationId xmlns:a16="http://schemas.microsoft.com/office/drawing/2014/main" id="{B8D10F7E-2F81-8D4E-9683-A78F265712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198" y="4539572"/>
            <a:ext cx="3372802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8851675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capa 1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B80C586E-7E18-EF4E-898E-305954C442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388936"/>
            <a:ext cx="12192001" cy="2841012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2133BA3C-6CA4-CD4C-9292-33A57D31DC72}"/>
              </a:ext>
            </a:extLst>
          </p:cNvPr>
          <p:cNvSpPr/>
          <p:nvPr userDrawn="1"/>
        </p:nvSpPr>
        <p:spPr>
          <a:xfrm>
            <a:off x="0" y="3229948"/>
            <a:ext cx="12191999" cy="36280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9363AE7-E09E-5B4D-80AF-B154C5424C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198" y="3683360"/>
            <a:ext cx="4966652" cy="2387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916472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capa 2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6EA40768-34FD-724B-A09A-F607E4940C96}"/>
              </a:ext>
            </a:extLst>
          </p:cNvPr>
          <p:cNvSpPr/>
          <p:nvPr userDrawn="1"/>
        </p:nvSpPr>
        <p:spPr>
          <a:xfrm>
            <a:off x="0" y="3229948"/>
            <a:ext cx="12191999" cy="36280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9363AE7-E09E-5B4D-80AF-B154C5424C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198" y="3683360"/>
            <a:ext cx="4966652" cy="2387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F1F0C96-F8A9-0540-840F-DCAE42E37E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33099"/>
            <a:ext cx="12192000" cy="2711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90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capa 3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2133BA3C-6CA4-CD4C-9292-33A57D31DC72}"/>
              </a:ext>
            </a:extLst>
          </p:cNvPr>
          <p:cNvSpPr/>
          <p:nvPr userDrawn="1"/>
        </p:nvSpPr>
        <p:spPr>
          <a:xfrm>
            <a:off x="0" y="3212842"/>
            <a:ext cx="12191999" cy="36451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9363AE7-E09E-5B4D-80AF-B154C5424C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198" y="3683360"/>
            <a:ext cx="4966652" cy="238760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48D86CE-7A53-5246-872E-0A40FBE868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" y="144550"/>
            <a:ext cx="12191999" cy="306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1241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D96949-69BA-0E49-A793-4B24B20B4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197" y="681037"/>
            <a:ext cx="10774204" cy="100965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DE971C-08A9-224E-8483-FE45141FD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197" y="2033515"/>
            <a:ext cx="10774203" cy="44355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Font typeface="Wingdings" pitchFamily="2" charset="2"/>
              <a:buNone/>
              <a:defRPr/>
            </a:lvl1pPr>
            <a:lvl2pPr marL="685800" indent="-228600">
              <a:lnSpc>
                <a:spcPct val="120000"/>
              </a:lnSpc>
              <a:spcAft>
                <a:spcPts val="600"/>
              </a:spcAft>
              <a:buFont typeface="Wingdings" pitchFamily="2" charset="2"/>
              <a:buChar char="§"/>
              <a:defRPr/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Wingdings" pitchFamily="2" charset="2"/>
              <a:buChar char="§"/>
              <a:defRPr/>
            </a:lvl3pPr>
            <a:lvl4pPr marL="1600200" indent="-228600">
              <a:lnSpc>
                <a:spcPct val="120000"/>
              </a:lnSpc>
              <a:spcAft>
                <a:spcPts val="600"/>
              </a:spcAft>
              <a:buFont typeface="Wingdings" pitchFamily="2" charset="2"/>
              <a:buChar char="§"/>
              <a:defRPr/>
            </a:lvl4pPr>
            <a:lvl5pPr marL="2057400" indent="-228600">
              <a:lnSpc>
                <a:spcPct val="120000"/>
              </a:lnSpc>
              <a:spcAft>
                <a:spcPts val="600"/>
              </a:spcAft>
              <a:buFont typeface="Wingdings" pitchFamily="2" charset="2"/>
              <a:buChar char="§"/>
              <a:defRPr/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6419B6-85FD-A745-9650-77A936509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49970" y="150813"/>
            <a:ext cx="965366" cy="395287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fld id="{6865F194-EA74-E84B-B26D-7B8DB0CCB88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BB595FE1-949E-2845-B6A9-549E7EF689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664" y="150813"/>
            <a:ext cx="10473306" cy="395287"/>
          </a:xfrm>
        </p:spPr>
        <p:txBody>
          <a:bodyPr anchor="b">
            <a:noAutofit/>
          </a:bodyPr>
          <a:lstStyle>
            <a:lvl1pPr marL="0" indent="0">
              <a:buNone/>
              <a:defRPr sz="1400" spc="300">
                <a:solidFill>
                  <a:schemeClr val="accent5">
                    <a:lumMod val="9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5pPr>
          </a:lstStyle>
          <a:p>
            <a:pPr lvl="0"/>
            <a:r>
              <a:rPr lang="pt-BR" dirty="0"/>
              <a:t>ASSUNTO DO SLIDE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D430844-5BDA-F345-AE86-E9D647627622}"/>
              </a:ext>
            </a:extLst>
          </p:cNvPr>
          <p:cNvCxnSpPr>
            <a:cxnSpLocks/>
          </p:cNvCxnSpPr>
          <p:nvPr userDrawn="1"/>
        </p:nvCxnSpPr>
        <p:spPr>
          <a:xfrm>
            <a:off x="0" y="447702"/>
            <a:ext cx="502865" cy="0"/>
          </a:xfrm>
          <a:prstGeom prst="line">
            <a:avLst/>
          </a:prstGeom>
          <a:ln w="25400">
            <a:solidFill>
              <a:schemeClr val="accent5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8C059DA2-FD74-034B-A6C8-C1782D3F0374}"/>
              </a:ext>
            </a:extLst>
          </p:cNvPr>
          <p:cNvSpPr/>
          <p:nvPr userDrawn="1"/>
        </p:nvSpPr>
        <p:spPr>
          <a:xfrm>
            <a:off x="691197" y="6605516"/>
            <a:ext cx="10774203" cy="2524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1641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 e texto de apo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D96949-69BA-0E49-A793-4B24B20B4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197" y="681037"/>
            <a:ext cx="10774204" cy="100965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DE971C-08A9-224E-8483-FE45141FD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9976" y="2033515"/>
            <a:ext cx="3585424" cy="44355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360000" tIns="180000" rIns="360000" bIns="180000" anchor="ctr">
            <a:norm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2400">
                <a:solidFill>
                  <a:schemeClr val="accent5">
                    <a:lumMod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2000">
                <a:solidFill>
                  <a:schemeClr val="accent5">
                    <a:lumMod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800">
                <a:solidFill>
                  <a:schemeClr val="accent5">
                    <a:lumMod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600">
                <a:solidFill>
                  <a:schemeClr val="accent5">
                    <a:lumMod val="25000"/>
                  </a:schemeClr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6419B6-85FD-A745-9650-77A936509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49970" y="150813"/>
            <a:ext cx="965366" cy="395287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fld id="{6865F194-EA74-E84B-B26D-7B8DB0CCB88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BB595FE1-949E-2845-B6A9-549E7EF689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664" y="150813"/>
            <a:ext cx="10473306" cy="395287"/>
          </a:xfrm>
        </p:spPr>
        <p:txBody>
          <a:bodyPr anchor="b">
            <a:noAutofit/>
          </a:bodyPr>
          <a:lstStyle>
            <a:lvl1pPr marL="0" indent="0">
              <a:buNone/>
              <a:defRPr sz="1400" spc="300">
                <a:solidFill>
                  <a:schemeClr val="accent5">
                    <a:lumMod val="9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5pPr>
          </a:lstStyle>
          <a:p>
            <a:pPr lvl="0"/>
            <a:r>
              <a:rPr lang="pt-BR" dirty="0"/>
              <a:t>ASSUNTO DO SLIDE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D430844-5BDA-F345-AE86-E9D647627622}"/>
              </a:ext>
            </a:extLst>
          </p:cNvPr>
          <p:cNvCxnSpPr>
            <a:cxnSpLocks/>
          </p:cNvCxnSpPr>
          <p:nvPr userDrawn="1"/>
        </p:nvCxnSpPr>
        <p:spPr>
          <a:xfrm>
            <a:off x="0" y="1213016"/>
            <a:ext cx="502865" cy="0"/>
          </a:xfrm>
          <a:prstGeom prst="line">
            <a:avLst/>
          </a:prstGeom>
          <a:ln w="25400">
            <a:solidFill>
              <a:schemeClr val="accent5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8C059DA2-FD74-034B-A6C8-C1782D3F0374}"/>
              </a:ext>
            </a:extLst>
          </p:cNvPr>
          <p:cNvSpPr/>
          <p:nvPr userDrawn="1"/>
        </p:nvSpPr>
        <p:spPr>
          <a:xfrm>
            <a:off x="691197" y="6605516"/>
            <a:ext cx="10774203" cy="2524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AE6D43D9-3283-CE4A-9971-CBCF42873F4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91197" y="2033515"/>
            <a:ext cx="7049367" cy="44355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Font typeface="Wingdings" pitchFamily="2" charset="2"/>
              <a:buNone/>
              <a:defRPr/>
            </a:lvl1pPr>
            <a:lvl2pPr marL="685800" indent="-228600">
              <a:lnSpc>
                <a:spcPct val="120000"/>
              </a:lnSpc>
              <a:spcAft>
                <a:spcPts val="600"/>
              </a:spcAft>
              <a:buFont typeface="Wingdings" pitchFamily="2" charset="2"/>
              <a:buChar char="§"/>
              <a:defRPr/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Wingdings" pitchFamily="2" charset="2"/>
              <a:buChar char="§"/>
              <a:defRPr/>
            </a:lvl3pPr>
            <a:lvl4pPr marL="1600200" indent="-228600">
              <a:lnSpc>
                <a:spcPct val="120000"/>
              </a:lnSpc>
              <a:spcAft>
                <a:spcPts val="600"/>
              </a:spcAft>
              <a:buFont typeface="Wingdings" pitchFamily="2" charset="2"/>
              <a:buChar char="§"/>
              <a:defRPr/>
            </a:lvl4pPr>
            <a:lvl5pPr marL="2057400" indent="-228600">
              <a:lnSpc>
                <a:spcPct val="120000"/>
              </a:lnSpc>
              <a:spcAft>
                <a:spcPts val="600"/>
              </a:spcAft>
              <a:buFont typeface="Wingdings" pitchFamily="2" charset="2"/>
              <a:buChar char="§"/>
              <a:defRPr/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72412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D96949-69BA-0E49-A793-4B24B20B4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197" y="681037"/>
            <a:ext cx="10774204" cy="100965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6419B6-85FD-A745-9650-77A936509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49970" y="150813"/>
            <a:ext cx="965366" cy="395287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fld id="{6865F194-EA74-E84B-B26D-7B8DB0CCB88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BB595FE1-949E-2845-B6A9-549E7EF689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664" y="150813"/>
            <a:ext cx="10473306" cy="395287"/>
          </a:xfrm>
        </p:spPr>
        <p:txBody>
          <a:bodyPr anchor="b">
            <a:noAutofit/>
          </a:bodyPr>
          <a:lstStyle>
            <a:lvl1pPr marL="0" indent="0">
              <a:buNone/>
              <a:defRPr sz="1400" spc="300">
                <a:solidFill>
                  <a:schemeClr val="accent5">
                    <a:lumMod val="9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5pPr>
          </a:lstStyle>
          <a:p>
            <a:pPr lvl="0"/>
            <a:r>
              <a:rPr lang="pt-BR" dirty="0"/>
              <a:t>ASSUNTO DO SLIDE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D430844-5BDA-F345-AE86-E9D647627622}"/>
              </a:ext>
            </a:extLst>
          </p:cNvPr>
          <p:cNvCxnSpPr>
            <a:cxnSpLocks/>
          </p:cNvCxnSpPr>
          <p:nvPr userDrawn="1"/>
        </p:nvCxnSpPr>
        <p:spPr>
          <a:xfrm>
            <a:off x="0" y="1213016"/>
            <a:ext cx="502865" cy="0"/>
          </a:xfrm>
          <a:prstGeom prst="line">
            <a:avLst/>
          </a:prstGeom>
          <a:ln w="25400">
            <a:solidFill>
              <a:schemeClr val="accent5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8C059DA2-FD74-034B-A6C8-C1782D3F0374}"/>
              </a:ext>
            </a:extLst>
          </p:cNvPr>
          <p:cNvSpPr/>
          <p:nvPr userDrawn="1"/>
        </p:nvSpPr>
        <p:spPr>
          <a:xfrm>
            <a:off x="691197" y="6605516"/>
            <a:ext cx="10774203" cy="2524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Gráfico 4">
            <a:extLst>
              <a:ext uri="{FF2B5EF4-FFF2-40B4-BE49-F238E27FC236}">
                <a16:creationId xmlns:a16="http://schemas.microsoft.com/office/drawing/2014/main" id="{943689E9-8E21-E044-8E79-5FDFE52F1AAB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90992" y="1892300"/>
            <a:ext cx="2662237" cy="2679700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11" name="Espaço Reservado para Gráfico 4">
            <a:extLst>
              <a:ext uri="{FF2B5EF4-FFF2-40B4-BE49-F238E27FC236}">
                <a16:creationId xmlns:a16="http://schemas.microsoft.com/office/drawing/2014/main" id="{A4DDF5AE-656A-494D-9905-A10F96EF32E9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3334192" y="1892300"/>
            <a:ext cx="2662237" cy="2679700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13" name="Espaço Reservado para Gráfico 4">
            <a:extLst>
              <a:ext uri="{FF2B5EF4-FFF2-40B4-BE49-F238E27FC236}">
                <a16:creationId xmlns:a16="http://schemas.microsoft.com/office/drawing/2014/main" id="{1798B9EA-1337-E242-AB59-3B68693717C5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077392" y="1892300"/>
            <a:ext cx="2662237" cy="2679700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14" name="Espaço Reservado para Gráfico 4">
            <a:extLst>
              <a:ext uri="{FF2B5EF4-FFF2-40B4-BE49-F238E27FC236}">
                <a16:creationId xmlns:a16="http://schemas.microsoft.com/office/drawing/2014/main" id="{256C9B09-75F2-6742-A6DE-DA428DB31EBD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8820592" y="1892300"/>
            <a:ext cx="2662237" cy="2679700"/>
          </a:xfrm>
        </p:spPr>
        <p:txBody>
          <a:bodyPr/>
          <a:lstStyle/>
          <a:p>
            <a:r>
              <a:rPr lang="pt-BR"/>
              <a:t>Clique no ícone para adicionar gráfico</a:t>
            </a:r>
          </a:p>
        </p:txBody>
      </p:sp>
      <p:sp>
        <p:nvSpPr>
          <p:cNvPr id="17" name="Espaço Reservado para Conteúdo 2">
            <a:extLst>
              <a:ext uri="{FF2B5EF4-FFF2-40B4-BE49-F238E27FC236}">
                <a16:creationId xmlns:a16="http://schemas.microsoft.com/office/drawing/2014/main" id="{DD5FB0A9-0F40-F94C-9F8D-3D4F212BAF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992" y="4924926"/>
            <a:ext cx="2662237" cy="16210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600">
                <a:solidFill>
                  <a:schemeClr val="tx1"/>
                </a:solidFill>
              </a:defRPr>
            </a:lvl2pPr>
            <a:lvl3pPr marL="914400" indent="0" algn="ctr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400">
                <a:solidFill>
                  <a:schemeClr val="tx1"/>
                </a:solidFill>
              </a:defRPr>
            </a:lvl3pPr>
            <a:lvl4pPr marL="1371600" indent="0" algn="ctr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4pPr>
            <a:lvl5pPr marL="1828800" indent="0" algn="ctr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8" name="Espaço Reservado para Conteúdo 2">
            <a:extLst>
              <a:ext uri="{FF2B5EF4-FFF2-40B4-BE49-F238E27FC236}">
                <a16:creationId xmlns:a16="http://schemas.microsoft.com/office/drawing/2014/main" id="{45935D0F-F137-BC41-BC9F-AA9B90F80448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34192" y="4924926"/>
            <a:ext cx="2662237" cy="16210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600">
                <a:solidFill>
                  <a:schemeClr val="tx1"/>
                </a:solidFill>
              </a:defRPr>
            </a:lvl2pPr>
            <a:lvl3pPr marL="914400" indent="0" algn="ctr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400">
                <a:solidFill>
                  <a:schemeClr val="tx1"/>
                </a:solidFill>
              </a:defRPr>
            </a:lvl3pPr>
            <a:lvl4pPr marL="1371600" indent="0" algn="ctr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4pPr>
            <a:lvl5pPr marL="1828800" indent="0" algn="ctr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9" name="Espaço Reservado para Conteúdo 2">
            <a:extLst>
              <a:ext uri="{FF2B5EF4-FFF2-40B4-BE49-F238E27FC236}">
                <a16:creationId xmlns:a16="http://schemas.microsoft.com/office/drawing/2014/main" id="{EC4B1EDD-512E-C740-B2B1-668D168E3D77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077392" y="4924926"/>
            <a:ext cx="2662237" cy="16210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600">
                <a:solidFill>
                  <a:schemeClr val="tx1"/>
                </a:solidFill>
              </a:defRPr>
            </a:lvl2pPr>
            <a:lvl3pPr marL="914400" indent="0" algn="ctr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400">
                <a:solidFill>
                  <a:schemeClr val="tx1"/>
                </a:solidFill>
              </a:defRPr>
            </a:lvl3pPr>
            <a:lvl4pPr marL="1371600" indent="0" algn="ctr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4pPr>
            <a:lvl5pPr marL="1828800" indent="0" algn="ctr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20" name="Espaço Reservado para Conteúdo 2">
            <a:extLst>
              <a:ext uri="{FF2B5EF4-FFF2-40B4-BE49-F238E27FC236}">
                <a16:creationId xmlns:a16="http://schemas.microsoft.com/office/drawing/2014/main" id="{0C81A96F-6FF9-B74C-927F-F79A612A9BF9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8820592" y="4924926"/>
            <a:ext cx="2662237" cy="162100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600">
                <a:solidFill>
                  <a:schemeClr val="tx1"/>
                </a:solidFill>
              </a:defRPr>
            </a:lvl2pPr>
            <a:lvl3pPr marL="914400" indent="0" algn="ctr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400">
                <a:solidFill>
                  <a:schemeClr val="tx1"/>
                </a:solidFill>
              </a:defRPr>
            </a:lvl3pPr>
            <a:lvl4pPr marL="1371600" indent="0" algn="ctr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4pPr>
            <a:lvl5pPr marL="1828800" indent="0" algn="ctr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19772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+ Imagem à Dire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D96949-69BA-0E49-A793-4B24B20B4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197" y="681037"/>
            <a:ext cx="10774204" cy="100965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DE971C-08A9-224E-8483-FE45141FD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198" y="2033515"/>
            <a:ext cx="6181090" cy="44355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Font typeface="Wingdings" pitchFamily="2" charset="2"/>
              <a:buNone/>
              <a:defRPr/>
            </a:lvl1pPr>
            <a:lvl2pPr marL="685800" indent="-228600">
              <a:lnSpc>
                <a:spcPct val="120000"/>
              </a:lnSpc>
              <a:spcAft>
                <a:spcPts val="600"/>
              </a:spcAft>
              <a:buFont typeface="Wingdings" pitchFamily="2" charset="2"/>
              <a:buChar char="§"/>
              <a:defRPr/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Wingdings" pitchFamily="2" charset="2"/>
              <a:buChar char="§"/>
              <a:defRPr/>
            </a:lvl3pPr>
            <a:lvl4pPr marL="1600200" indent="-228600">
              <a:lnSpc>
                <a:spcPct val="120000"/>
              </a:lnSpc>
              <a:spcAft>
                <a:spcPts val="600"/>
              </a:spcAft>
              <a:buFont typeface="Wingdings" pitchFamily="2" charset="2"/>
              <a:buChar char="§"/>
              <a:defRPr/>
            </a:lvl4pPr>
            <a:lvl5pPr marL="2057400" indent="-228600">
              <a:lnSpc>
                <a:spcPct val="120000"/>
              </a:lnSpc>
              <a:spcAft>
                <a:spcPts val="600"/>
              </a:spcAft>
              <a:buFont typeface="Wingdings" pitchFamily="2" charset="2"/>
              <a:buChar char="§"/>
              <a:defRPr/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6419B6-85FD-A745-9650-77A936509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49970" y="150813"/>
            <a:ext cx="965366" cy="395287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fld id="{6865F194-EA74-E84B-B26D-7B8DB0CCB88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BB595FE1-949E-2845-B6A9-549E7EF689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664" y="150813"/>
            <a:ext cx="10473306" cy="395287"/>
          </a:xfrm>
        </p:spPr>
        <p:txBody>
          <a:bodyPr anchor="b">
            <a:noAutofit/>
          </a:bodyPr>
          <a:lstStyle>
            <a:lvl1pPr marL="0" indent="0">
              <a:buNone/>
              <a:defRPr sz="1400" spc="300">
                <a:solidFill>
                  <a:schemeClr val="accent5">
                    <a:lumMod val="9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5pPr>
          </a:lstStyle>
          <a:p>
            <a:pPr lvl="0"/>
            <a:r>
              <a:rPr lang="pt-BR" dirty="0"/>
              <a:t>ASSUNTO DO SLIDE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D430844-5BDA-F345-AE86-E9D647627622}"/>
              </a:ext>
            </a:extLst>
          </p:cNvPr>
          <p:cNvCxnSpPr>
            <a:cxnSpLocks/>
          </p:cNvCxnSpPr>
          <p:nvPr userDrawn="1"/>
        </p:nvCxnSpPr>
        <p:spPr>
          <a:xfrm>
            <a:off x="0" y="1213016"/>
            <a:ext cx="502865" cy="0"/>
          </a:xfrm>
          <a:prstGeom prst="line">
            <a:avLst/>
          </a:prstGeom>
          <a:ln w="25400">
            <a:solidFill>
              <a:schemeClr val="accent5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8C059DA2-FD74-034B-A6C8-C1782D3F0374}"/>
              </a:ext>
            </a:extLst>
          </p:cNvPr>
          <p:cNvSpPr/>
          <p:nvPr userDrawn="1"/>
        </p:nvSpPr>
        <p:spPr>
          <a:xfrm>
            <a:off x="691197" y="6605516"/>
            <a:ext cx="10774203" cy="2524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C90483C-5F35-AF4D-9BB6-E8DE4C2555A5}"/>
              </a:ext>
            </a:extLst>
          </p:cNvPr>
          <p:cNvSpPr/>
          <p:nvPr userDrawn="1"/>
        </p:nvSpPr>
        <p:spPr>
          <a:xfrm>
            <a:off x="7172325" y="2033515"/>
            <a:ext cx="4293075" cy="44355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FE1F64C6-BD06-754E-A04F-180FA8CCC4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72325" y="2033588"/>
            <a:ext cx="4293074" cy="3867150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E6180736-4043-BF44-8349-766B338E47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86625" y="5900738"/>
            <a:ext cx="4014788" cy="568301"/>
          </a:xfrm>
        </p:spPr>
        <p:txBody>
          <a:bodyPr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Legenda da imagem</a:t>
            </a:r>
          </a:p>
        </p:txBody>
      </p:sp>
    </p:spTree>
    <p:extLst>
      <p:ext uri="{BB962C8B-B14F-4D97-AF65-F5344CB8AC3E}">
        <p14:creationId xmlns:p14="http://schemas.microsoft.com/office/powerpoint/2010/main" val="1060286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+ Imagem à Esquer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D96949-69BA-0E49-A793-4B24B20B4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197" y="681037"/>
            <a:ext cx="10774204" cy="100965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DE971C-08A9-224E-8483-FE45141FD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9224" y="2033515"/>
            <a:ext cx="6236175" cy="44355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Font typeface="Wingdings" pitchFamily="2" charset="2"/>
              <a:buNone/>
              <a:defRPr/>
            </a:lvl1pPr>
            <a:lvl2pPr marL="685800" indent="-228600">
              <a:lnSpc>
                <a:spcPct val="120000"/>
              </a:lnSpc>
              <a:spcAft>
                <a:spcPts val="600"/>
              </a:spcAft>
              <a:buFont typeface="Wingdings" pitchFamily="2" charset="2"/>
              <a:buChar char="§"/>
              <a:defRPr/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Wingdings" pitchFamily="2" charset="2"/>
              <a:buChar char="§"/>
              <a:defRPr/>
            </a:lvl3pPr>
            <a:lvl4pPr marL="1600200" indent="-228600">
              <a:lnSpc>
                <a:spcPct val="120000"/>
              </a:lnSpc>
              <a:spcAft>
                <a:spcPts val="600"/>
              </a:spcAft>
              <a:buFont typeface="Wingdings" pitchFamily="2" charset="2"/>
              <a:buChar char="§"/>
              <a:defRPr/>
            </a:lvl4pPr>
            <a:lvl5pPr marL="2057400" indent="-228600">
              <a:lnSpc>
                <a:spcPct val="120000"/>
              </a:lnSpc>
              <a:spcAft>
                <a:spcPts val="600"/>
              </a:spcAft>
              <a:buFont typeface="Wingdings" pitchFamily="2" charset="2"/>
              <a:buChar char="§"/>
              <a:defRPr/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6419B6-85FD-A745-9650-77A936509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49970" y="150813"/>
            <a:ext cx="965366" cy="395287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fld id="{6865F194-EA74-E84B-B26D-7B8DB0CCB88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BB595FE1-949E-2845-B6A9-549E7EF689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664" y="150813"/>
            <a:ext cx="10473306" cy="395287"/>
          </a:xfrm>
        </p:spPr>
        <p:txBody>
          <a:bodyPr anchor="b">
            <a:noAutofit/>
          </a:bodyPr>
          <a:lstStyle>
            <a:lvl1pPr marL="0" indent="0">
              <a:buNone/>
              <a:defRPr sz="1400" spc="300">
                <a:solidFill>
                  <a:schemeClr val="accent5">
                    <a:lumMod val="9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5pPr>
          </a:lstStyle>
          <a:p>
            <a:pPr lvl="0"/>
            <a:r>
              <a:rPr lang="pt-BR" dirty="0"/>
              <a:t>ASSUNTO DO SLIDE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D430844-5BDA-F345-AE86-E9D647627622}"/>
              </a:ext>
            </a:extLst>
          </p:cNvPr>
          <p:cNvCxnSpPr>
            <a:cxnSpLocks/>
          </p:cNvCxnSpPr>
          <p:nvPr userDrawn="1"/>
        </p:nvCxnSpPr>
        <p:spPr>
          <a:xfrm>
            <a:off x="0" y="1213016"/>
            <a:ext cx="502865" cy="0"/>
          </a:xfrm>
          <a:prstGeom prst="line">
            <a:avLst/>
          </a:prstGeom>
          <a:ln w="25400">
            <a:solidFill>
              <a:schemeClr val="accent5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8C059DA2-FD74-034B-A6C8-C1782D3F0374}"/>
              </a:ext>
            </a:extLst>
          </p:cNvPr>
          <p:cNvSpPr/>
          <p:nvPr userDrawn="1"/>
        </p:nvSpPr>
        <p:spPr>
          <a:xfrm>
            <a:off x="691197" y="6605516"/>
            <a:ext cx="10774203" cy="2524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C90483C-5F35-AF4D-9BB6-E8DE4C2555A5}"/>
              </a:ext>
            </a:extLst>
          </p:cNvPr>
          <p:cNvSpPr/>
          <p:nvPr userDrawn="1"/>
        </p:nvSpPr>
        <p:spPr>
          <a:xfrm>
            <a:off x="691198" y="2033515"/>
            <a:ext cx="4293075" cy="44355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spaço Reservado para Imagem 6">
            <a:extLst>
              <a:ext uri="{FF2B5EF4-FFF2-40B4-BE49-F238E27FC236}">
                <a16:creationId xmlns:a16="http://schemas.microsoft.com/office/drawing/2014/main" id="{FE1F64C6-BD06-754E-A04F-180FA8CCC47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1197" y="2033588"/>
            <a:ext cx="4293075" cy="3867150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10" name="Espaço Reservado para Texto 9">
            <a:extLst>
              <a:ext uri="{FF2B5EF4-FFF2-40B4-BE49-F238E27FC236}">
                <a16:creationId xmlns:a16="http://schemas.microsoft.com/office/drawing/2014/main" id="{E6180736-4043-BF44-8349-766B338E47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498" y="5900738"/>
            <a:ext cx="4014788" cy="568301"/>
          </a:xfrm>
        </p:spPr>
        <p:txBody>
          <a:bodyPr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000">
                <a:solidFill>
                  <a:schemeClr val="bg1"/>
                </a:solidFill>
              </a:defRPr>
            </a:lvl2pPr>
            <a:lvl3pPr marL="914400" indent="0">
              <a:buNone/>
              <a:defRPr sz="1000">
                <a:solidFill>
                  <a:schemeClr val="bg1"/>
                </a:solidFill>
              </a:defRPr>
            </a:lvl3pPr>
            <a:lvl4pPr marL="1371600" indent="0">
              <a:buNone/>
              <a:defRPr sz="1000">
                <a:solidFill>
                  <a:schemeClr val="bg1"/>
                </a:solidFill>
              </a:defRPr>
            </a:lvl4pPr>
            <a:lvl5pPr marL="1828800" indent="0">
              <a:buNone/>
              <a:defRPr sz="10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Legenda da imagem</a:t>
            </a:r>
          </a:p>
        </p:txBody>
      </p:sp>
    </p:spTree>
    <p:extLst>
      <p:ext uri="{BB962C8B-B14F-4D97-AF65-F5344CB8AC3E}">
        <p14:creationId xmlns:p14="http://schemas.microsoft.com/office/powerpoint/2010/main" val="3533672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nha do Tem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D96949-69BA-0E49-A793-4B24B20B4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197" y="681037"/>
            <a:ext cx="10774204" cy="100965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6419B6-85FD-A745-9650-77A936509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49970" y="150813"/>
            <a:ext cx="965366" cy="395287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fld id="{6865F194-EA74-E84B-B26D-7B8DB0CCB88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BB595FE1-949E-2845-B6A9-549E7EF689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664" y="150813"/>
            <a:ext cx="10473306" cy="395287"/>
          </a:xfrm>
        </p:spPr>
        <p:txBody>
          <a:bodyPr anchor="b">
            <a:noAutofit/>
          </a:bodyPr>
          <a:lstStyle>
            <a:lvl1pPr marL="0" indent="0">
              <a:buNone/>
              <a:defRPr sz="1400" spc="300">
                <a:solidFill>
                  <a:schemeClr val="accent5">
                    <a:lumMod val="9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5pPr>
          </a:lstStyle>
          <a:p>
            <a:pPr lvl="0"/>
            <a:r>
              <a:rPr lang="pt-BR" dirty="0"/>
              <a:t>ASSUNTO DO SLIDE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D430844-5BDA-F345-AE86-E9D647627622}"/>
              </a:ext>
            </a:extLst>
          </p:cNvPr>
          <p:cNvCxnSpPr>
            <a:cxnSpLocks/>
          </p:cNvCxnSpPr>
          <p:nvPr userDrawn="1"/>
        </p:nvCxnSpPr>
        <p:spPr>
          <a:xfrm>
            <a:off x="0" y="1213016"/>
            <a:ext cx="502865" cy="0"/>
          </a:xfrm>
          <a:prstGeom prst="line">
            <a:avLst/>
          </a:prstGeom>
          <a:ln w="25400">
            <a:solidFill>
              <a:schemeClr val="accent5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8C059DA2-FD74-034B-A6C8-C1782D3F0374}"/>
              </a:ext>
            </a:extLst>
          </p:cNvPr>
          <p:cNvSpPr/>
          <p:nvPr userDrawn="1"/>
        </p:nvSpPr>
        <p:spPr>
          <a:xfrm>
            <a:off x="0" y="4094259"/>
            <a:ext cx="12191999" cy="27637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8E477B14-E5E2-D54C-AE33-C17B47EA4F29}"/>
              </a:ext>
            </a:extLst>
          </p:cNvPr>
          <p:cNvCxnSpPr>
            <a:cxnSpLocks/>
          </p:cNvCxnSpPr>
          <p:nvPr userDrawn="1"/>
        </p:nvCxnSpPr>
        <p:spPr>
          <a:xfrm>
            <a:off x="0" y="4066962"/>
            <a:ext cx="12192000" cy="0"/>
          </a:xfrm>
          <a:prstGeom prst="line">
            <a:avLst/>
          </a:prstGeom>
          <a:ln w="539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4075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úmeros em destaq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0FB0146F-4701-D34F-B9D1-35C4AFEC2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197" y="681037"/>
            <a:ext cx="10774204" cy="100965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2" name="Espaço Reservado para Número de Slide 5">
            <a:extLst>
              <a:ext uri="{FF2B5EF4-FFF2-40B4-BE49-F238E27FC236}">
                <a16:creationId xmlns:a16="http://schemas.microsoft.com/office/drawing/2014/main" id="{B1944540-F22B-D047-A100-548C071EF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49970" y="150813"/>
            <a:ext cx="965366" cy="395287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fld id="{6865F194-EA74-E84B-B26D-7B8DB0CCB88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Texto 11">
            <a:extLst>
              <a:ext uri="{FF2B5EF4-FFF2-40B4-BE49-F238E27FC236}">
                <a16:creationId xmlns:a16="http://schemas.microsoft.com/office/drawing/2014/main" id="{881E63CD-6CEC-564A-9C99-A9B961A41F9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664" y="150813"/>
            <a:ext cx="10473306" cy="395287"/>
          </a:xfrm>
        </p:spPr>
        <p:txBody>
          <a:bodyPr anchor="b">
            <a:noAutofit/>
          </a:bodyPr>
          <a:lstStyle>
            <a:lvl1pPr marL="0" indent="0">
              <a:buNone/>
              <a:defRPr sz="1400" spc="300">
                <a:solidFill>
                  <a:schemeClr val="accent5">
                    <a:lumMod val="9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5pPr>
          </a:lstStyle>
          <a:p>
            <a:pPr lvl="0"/>
            <a:r>
              <a:rPr lang="pt-BR" dirty="0"/>
              <a:t>ASSUNTO DO SLIDE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F498DE67-C97F-5543-9C9A-CEAA64CB40F0}"/>
              </a:ext>
            </a:extLst>
          </p:cNvPr>
          <p:cNvCxnSpPr>
            <a:cxnSpLocks/>
          </p:cNvCxnSpPr>
          <p:nvPr userDrawn="1"/>
        </p:nvCxnSpPr>
        <p:spPr>
          <a:xfrm>
            <a:off x="0" y="1213016"/>
            <a:ext cx="502865" cy="0"/>
          </a:xfrm>
          <a:prstGeom prst="line">
            <a:avLst/>
          </a:prstGeom>
          <a:ln w="25400">
            <a:solidFill>
              <a:schemeClr val="accent5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ângulo 17">
            <a:extLst>
              <a:ext uri="{FF2B5EF4-FFF2-40B4-BE49-F238E27FC236}">
                <a16:creationId xmlns:a16="http://schemas.microsoft.com/office/drawing/2014/main" id="{2EC3983D-B2A5-C04C-BB00-9EBE34C30FA3}"/>
              </a:ext>
            </a:extLst>
          </p:cNvPr>
          <p:cNvSpPr/>
          <p:nvPr userDrawn="1"/>
        </p:nvSpPr>
        <p:spPr>
          <a:xfrm>
            <a:off x="691197" y="6605516"/>
            <a:ext cx="10774203" cy="2524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1EE385-A75E-AE4F-9F65-27C16B6A45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9059" y="2374104"/>
            <a:ext cx="2917825" cy="2916238"/>
          </a:xfrm>
          <a:prstGeom prst="ellipse">
            <a:avLst/>
          </a:prstGeom>
          <a:solidFill>
            <a:schemeClr val="accent2"/>
          </a:solidFill>
        </p:spPr>
        <p:txBody>
          <a:bodyPr lIns="36000" rIns="3600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72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spcBef>
                <a:spcPts val="0"/>
              </a:spcBef>
              <a:buNone/>
              <a:defRPr sz="3000">
                <a:solidFill>
                  <a:schemeClr val="bg2"/>
                </a:solidFill>
              </a:defRPr>
            </a:lvl2pPr>
            <a:lvl3pPr marL="914400" indent="0" algn="ctr">
              <a:spcBef>
                <a:spcPts val="0"/>
              </a:spcBef>
              <a:buNone/>
              <a:defRPr sz="3000">
                <a:solidFill>
                  <a:schemeClr val="bg2"/>
                </a:solidFill>
              </a:defRPr>
            </a:lvl3pPr>
            <a:lvl4pPr marL="1371600" indent="0" algn="ctr">
              <a:spcBef>
                <a:spcPts val="0"/>
              </a:spcBef>
              <a:buNone/>
              <a:defRPr sz="3000">
                <a:solidFill>
                  <a:schemeClr val="bg2"/>
                </a:solidFill>
              </a:defRPr>
            </a:lvl4pPr>
            <a:lvl5pPr marL="1828800" indent="0" algn="ctr">
              <a:spcBef>
                <a:spcPts val="0"/>
              </a:spcBef>
              <a:buNone/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pt-BR" dirty="0"/>
              <a:t>327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81E0E635-6178-1C45-806F-8A559B51B9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737" y="5488745"/>
            <a:ext cx="3003550" cy="875479"/>
          </a:xfrm>
        </p:spPr>
        <p:txBody>
          <a:bodyPr>
            <a:noAutofit/>
          </a:bodyPr>
          <a:lstStyle>
            <a:lvl1pPr marL="0" indent="0" algn="ctr">
              <a:buNone/>
              <a:defRPr sz="1600" b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pt-BR" dirty="0"/>
              <a:t>CATEGORIA</a:t>
            </a:r>
          </a:p>
          <a:p>
            <a:pPr lvl="0"/>
            <a:r>
              <a:rPr lang="pt-BR" dirty="0"/>
              <a:t>Texto de apoio</a:t>
            </a:r>
          </a:p>
        </p:txBody>
      </p:sp>
      <p:sp>
        <p:nvSpPr>
          <p:cNvPr id="25" name="Espaço Reservado para Texto 2">
            <a:extLst>
              <a:ext uri="{FF2B5EF4-FFF2-40B4-BE49-F238E27FC236}">
                <a16:creationId xmlns:a16="http://schemas.microsoft.com/office/drawing/2014/main" id="{C0C20859-2623-B34C-A066-408D49F637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37088" y="2374104"/>
            <a:ext cx="2917825" cy="2916238"/>
          </a:xfrm>
          <a:prstGeom prst="ellipse">
            <a:avLst/>
          </a:prstGeom>
          <a:solidFill>
            <a:schemeClr val="accent2"/>
          </a:solidFill>
        </p:spPr>
        <p:txBody>
          <a:bodyPr lIns="36000" rIns="3600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72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spcBef>
                <a:spcPts val="0"/>
              </a:spcBef>
              <a:buNone/>
              <a:defRPr sz="3000">
                <a:solidFill>
                  <a:schemeClr val="bg2"/>
                </a:solidFill>
              </a:defRPr>
            </a:lvl2pPr>
            <a:lvl3pPr marL="914400" indent="0" algn="ctr">
              <a:spcBef>
                <a:spcPts val="0"/>
              </a:spcBef>
              <a:buNone/>
              <a:defRPr sz="3000">
                <a:solidFill>
                  <a:schemeClr val="bg2"/>
                </a:solidFill>
              </a:defRPr>
            </a:lvl3pPr>
            <a:lvl4pPr marL="1371600" indent="0" algn="ctr">
              <a:spcBef>
                <a:spcPts val="0"/>
              </a:spcBef>
              <a:buNone/>
              <a:defRPr sz="3000">
                <a:solidFill>
                  <a:schemeClr val="bg2"/>
                </a:solidFill>
              </a:defRPr>
            </a:lvl4pPr>
            <a:lvl5pPr marL="1828800" indent="0" algn="ctr">
              <a:spcBef>
                <a:spcPts val="0"/>
              </a:spcBef>
              <a:buNone/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pt-BR" dirty="0"/>
              <a:t>327</a:t>
            </a:r>
          </a:p>
        </p:txBody>
      </p:sp>
      <p:sp>
        <p:nvSpPr>
          <p:cNvPr id="27" name="Espaço Reservado para Texto 8">
            <a:extLst>
              <a:ext uri="{FF2B5EF4-FFF2-40B4-BE49-F238E27FC236}">
                <a16:creationId xmlns:a16="http://schemas.microsoft.com/office/drawing/2014/main" id="{D9FE73CA-6CEB-744C-9FA7-32C2C4AEFA2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94225" y="5488745"/>
            <a:ext cx="3003550" cy="875479"/>
          </a:xfrm>
        </p:spPr>
        <p:txBody>
          <a:bodyPr>
            <a:noAutofit/>
          </a:bodyPr>
          <a:lstStyle>
            <a:lvl1pPr marL="0" indent="0" algn="ctr">
              <a:buNone/>
              <a:defRPr sz="1600" b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pt-BR" dirty="0"/>
              <a:t>CATEGORIA</a:t>
            </a:r>
          </a:p>
          <a:p>
            <a:pPr lvl="0"/>
            <a:r>
              <a:rPr lang="pt-BR" dirty="0"/>
              <a:t>Texto de apoio</a:t>
            </a:r>
          </a:p>
        </p:txBody>
      </p:sp>
      <p:sp>
        <p:nvSpPr>
          <p:cNvPr id="28" name="Espaço Reservado para Texto 2">
            <a:extLst>
              <a:ext uri="{FF2B5EF4-FFF2-40B4-BE49-F238E27FC236}">
                <a16:creationId xmlns:a16="http://schemas.microsoft.com/office/drawing/2014/main" id="{89C9ACA2-274D-2444-BBD0-03A8F52C91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75713" y="2374104"/>
            <a:ext cx="2917825" cy="2916238"/>
          </a:xfrm>
          <a:prstGeom prst="ellipse">
            <a:avLst/>
          </a:prstGeom>
          <a:solidFill>
            <a:schemeClr val="accent2"/>
          </a:solidFill>
        </p:spPr>
        <p:txBody>
          <a:bodyPr lIns="36000" rIns="3600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7200">
                <a:solidFill>
                  <a:schemeClr val="bg2"/>
                </a:solidFill>
                <a:latin typeface="+mj-lt"/>
              </a:defRPr>
            </a:lvl1pPr>
            <a:lvl2pPr marL="457200" indent="0" algn="ctr">
              <a:spcBef>
                <a:spcPts val="0"/>
              </a:spcBef>
              <a:buNone/>
              <a:defRPr sz="3000">
                <a:solidFill>
                  <a:schemeClr val="bg2"/>
                </a:solidFill>
              </a:defRPr>
            </a:lvl2pPr>
            <a:lvl3pPr marL="914400" indent="0" algn="ctr">
              <a:spcBef>
                <a:spcPts val="0"/>
              </a:spcBef>
              <a:buNone/>
              <a:defRPr sz="3000">
                <a:solidFill>
                  <a:schemeClr val="bg2"/>
                </a:solidFill>
              </a:defRPr>
            </a:lvl3pPr>
            <a:lvl4pPr marL="1371600" indent="0" algn="ctr">
              <a:spcBef>
                <a:spcPts val="0"/>
              </a:spcBef>
              <a:buNone/>
              <a:defRPr sz="3000">
                <a:solidFill>
                  <a:schemeClr val="bg2"/>
                </a:solidFill>
              </a:defRPr>
            </a:lvl4pPr>
            <a:lvl5pPr marL="1828800" indent="0" algn="ctr">
              <a:spcBef>
                <a:spcPts val="0"/>
              </a:spcBef>
              <a:buNone/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pt-BR" dirty="0"/>
              <a:t>327</a:t>
            </a:r>
          </a:p>
        </p:txBody>
      </p:sp>
      <p:sp>
        <p:nvSpPr>
          <p:cNvPr id="30" name="Espaço Reservado para Texto 8">
            <a:extLst>
              <a:ext uri="{FF2B5EF4-FFF2-40B4-BE49-F238E27FC236}">
                <a16:creationId xmlns:a16="http://schemas.microsoft.com/office/drawing/2014/main" id="{CB71EBA0-F461-C245-B526-8F59267F8BE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32850" y="5488745"/>
            <a:ext cx="3003550" cy="875479"/>
          </a:xfrm>
        </p:spPr>
        <p:txBody>
          <a:bodyPr>
            <a:noAutofit/>
          </a:bodyPr>
          <a:lstStyle>
            <a:lvl1pPr marL="0" indent="0" algn="ctr">
              <a:buNone/>
              <a:defRPr sz="1600" b="0"/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200"/>
            </a:lvl4pPr>
            <a:lvl5pPr marL="1828800" indent="0" algn="ctr">
              <a:buNone/>
              <a:defRPr sz="1200"/>
            </a:lvl5pPr>
          </a:lstStyle>
          <a:p>
            <a:pPr lvl="0"/>
            <a:r>
              <a:rPr lang="pt-BR" dirty="0"/>
              <a:t>CATEGORIA</a:t>
            </a:r>
          </a:p>
          <a:p>
            <a:pPr lvl="0"/>
            <a:r>
              <a:rPr lang="pt-BR" dirty="0"/>
              <a:t>Texto de apoio</a:t>
            </a:r>
          </a:p>
        </p:txBody>
      </p:sp>
    </p:spTree>
    <p:extLst>
      <p:ext uri="{BB962C8B-B14F-4D97-AF65-F5344CB8AC3E}">
        <p14:creationId xmlns:p14="http://schemas.microsoft.com/office/powerpoint/2010/main" val="16186952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resentador / Pesso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2C44838E-16B2-5F40-A692-B91487D46554}"/>
              </a:ext>
            </a:extLst>
          </p:cNvPr>
          <p:cNvSpPr/>
          <p:nvPr userDrawn="1"/>
        </p:nvSpPr>
        <p:spPr>
          <a:xfrm>
            <a:off x="691197" y="2711116"/>
            <a:ext cx="3509120" cy="36896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29275225-338E-6F4E-89E3-53B1CEBB5E36}"/>
              </a:ext>
            </a:extLst>
          </p:cNvPr>
          <p:cNvSpPr/>
          <p:nvPr userDrawn="1"/>
        </p:nvSpPr>
        <p:spPr>
          <a:xfrm>
            <a:off x="4323738" y="2711116"/>
            <a:ext cx="3509120" cy="36896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7A697610-C560-5B41-8312-9A5AA48C3EC8}"/>
              </a:ext>
            </a:extLst>
          </p:cNvPr>
          <p:cNvSpPr/>
          <p:nvPr userDrawn="1"/>
        </p:nvSpPr>
        <p:spPr>
          <a:xfrm>
            <a:off x="7956280" y="2711116"/>
            <a:ext cx="3509120" cy="36896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CD96949-69BA-0E49-A793-4B24B20B4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197" y="681037"/>
            <a:ext cx="10774204" cy="100965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6419B6-85FD-A745-9650-77A936509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49970" y="150813"/>
            <a:ext cx="965366" cy="395287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fld id="{6865F194-EA74-E84B-B26D-7B8DB0CCB88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BB595FE1-949E-2845-B6A9-549E7EF689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664" y="150813"/>
            <a:ext cx="10473306" cy="395287"/>
          </a:xfrm>
        </p:spPr>
        <p:txBody>
          <a:bodyPr anchor="b">
            <a:noAutofit/>
          </a:bodyPr>
          <a:lstStyle>
            <a:lvl1pPr marL="0" indent="0">
              <a:buNone/>
              <a:defRPr sz="1400" spc="300">
                <a:solidFill>
                  <a:schemeClr val="accent5">
                    <a:lumMod val="9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5pPr>
          </a:lstStyle>
          <a:p>
            <a:pPr lvl="0"/>
            <a:r>
              <a:rPr lang="pt-BR" dirty="0"/>
              <a:t>ASSUNTO DO SLIDE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2D430844-5BDA-F345-AE86-E9D647627622}"/>
              </a:ext>
            </a:extLst>
          </p:cNvPr>
          <p:cNvCxnSpPr>
            <a:cxnSpLocks/>
          </p:cNvCxnSpPr>
          <p:nvPr userDrawn="1"/>
        </p:nvCxnSpPr>
        <p:spPr>
          <a:xfrm>
            <a:off x="0" y="1213016"/>
            <a:ext cx="502865" cy="0"/>
          </a:xfrm>
          <a:prstGeom prst="line">
            <a:avLst/>
          </a:prstGeom>
          <a:ln w="25400">
            <a:solidFill>
              <a:schemeClr val="accent5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8C059DA2-FD74-034B-A6C8-C1782D3F0374}"/>
              </a:ext>
            </a:extLst>
          </p:cNvPr>
          <p:cNvSpPr/>
          <p:nvPr userDrawn="1"/>
        </p:nvSpPr>
        <p:spPr>
          <a:xfrm>
            <a:off x="691197" y="6605516"/>
            <a:ext cx="10774203" cy="2524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B60562DF-46A0-504A-B60A-A7CBB15901E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59799" y="2027997"/>
            <a:ext cx="1371917" cy="137062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76200">
            <a:solidFill>
              <a:schemeClr val="bg1"/>
            </a:solidFill>
          </a:ln>
        </p:spPr>
        <p:txBody>
          <a:bodyPr/>
          <a:lstStyle/>
          <a:p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73F8042C-DB23-F54E-AA47-93B22F4B6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680" y="4235115"/>
            <a:ext cx="3334155" cy="19739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DF7A894E-3798-5643-88D8-03B803D988E7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778680" y="3593431"/>
            <a:ext cx="3334155" cy="48830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20000"/>
              </a:lnSpc>
              <a:spcAft>
                <a:spcPts val="600"/>
              </a:spcAft>
              <a:buFont typeface="Wingdings" pitchFamily="2" charset="2"/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Font typeface="Wingdings" pitchFamily="2" charset="2"/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Font typeface="Wingdings" pitchFamily="2" charset="2"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Font typeface="Wingdings" pitchFamily="2" charset="2"/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Nome Sobrenome</a:t>
            </a:r>
          </a:p>
        </p:txBody>
      </p:sp>
      <p:sp>
        <p:nvSpPr>
          <p:cNvPr id="31" name="Espaço Reservado para Imagem 4">
            <a:extLst>
              <a:ext uri="{FF2B5EF4-FFF2-40B4-BE49-F238E27FC236}">
                <a16:creationId xmlns:a16="http://schemas.microsoft.com/office/drawing/2014/main" id="{21E8CE53-905B-7543-8140-87C95678B9E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392340" y="2027997"/>
            <a:ext cx="1371917" cy="137062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76200">
            <a:solidFill>
              <a:schemeClr val="bg1"/>
            </a:solidFill>
          </a:ln>
        </p:spPr>
        <p:txBody>
          <a:bodyPr/>
          <a:lstStyle/>
          <a:p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32" name="Espaço Reservado para Conteúdo 2">
            <a:extLst>
              <a:ext uri="{FF2B5EF4-FFF2-40B4-BE49-F238E27FC236}">
                <a16:creationId xmlns:a16="http://schemas.microsoft.com/office/drawing/2014/main" id="{8B81AF83-7EF5-A149-9C19-E0DCC1A7DB4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411221" y="4235115"/>
            <a:ext cx="3334155" cy="19739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33" name="Espaço Reservado para Conteúdo 2">
            <a:extLst>
              <a:ext uri="{FF2B5EF4-FFF2-40B4-BE49-F238E27FC236}">
                <a16:creationId xmlns:a16="http://schemas.microsoft.com/office/drawing/2014/main" id="{D0A01B1A-6E09-8B49-9AB5-495A6DFFF0B8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4411221" y="3593431"/>
            <a:ext cx="3334155" cy="48830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20000"/>
              </a:lnSpc>
              <a:spcAft>
                <a:spcPts val="600"/>
              </a:spcAft>
              <a:buFont typeface="Wingdings" pitchFamily="2" charset="2"/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Font typeface="Wingdings" pitchFamily="2" charset="2"/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Font typeface="Wingdings" pitchFamily="2" charset="2"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Font typeface="Wingdings" pitchFamily="2" charset="2"/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Nome Sobrenome</a:t>
            </a:r>
          </a:p>
        </p:txBody>
      </p:sp>
      <p:sp>
        <p:nvSpPr>
          <p:cNvPr id="34" name="Espaço Reservado para Imagem 4">
            <a:extLst>
              <a:ext uri="{FF2B5EF4-FFF2-40B4-BE49-F238E27FC236}">
                <a16:creationId xmlns:a16="http://schemas.microsoft.com/office/drawing/2014/main" id="{D2E9AFFA-E337-E544-9F03-8D03675558B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010830" y="2027997"/>
            <a:ext cx="1371917" cy="137062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76200">
            <a:solidFill>
              <a:schemeClr val="bg1"/>
            </a:solidFill>
          </a:ln>
        </p:spPr>
        <p:txBody>
          <a:bodyPr/>
          <a:lstStyle/>
          <a:p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35" name="Espaço Reservado para Conteúdo 2">
            <a:extLst>
              <a:ext uri="{FF2B5EF4-FFF2-40B4-BE49-F238E27FC236}">
                <a16:creationId xmlns:a16="http://schemas.microsoft.com/office/drawing/2014/main" id="{7563CEAD-EF96-244B-A7B3-055A4A836BCF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8043763" y="4235115"/>
            <a:ext cx="3334155" cy="19739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spcAft>
                <a:spcPts val="300"/>
              </a:spcAft>
              <a:buFont typeface="Wingdings" pitchFamily="2" charset="2"/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36" name="Espaço Reservado para Conteúdo 2">
            <a:extLst>
              <a:ext uri="{FF2B5EF4-FFF2-40B4-BE49-F238E27FC236}">
                <a16:creationId xmlns:a16="http://schemas.microsoft.com/office/drawing/2014/main" id="{7267FD51-3A8F-A14E-B399-0F58BDE2FAEA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8043763" y="3593431"/>
            <a:ext cx="3334155" cy="48830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457200" indent="0">
              <a:lnSpc>
                <a:spcPct val="120000"/>
              </a:lnSpc>
              <a:spcAft>
                <a:spcPts val="600"/>
              </a:spcAft>
              <a:buFont typeface="Wingdings" pitchFamily="2" charset="2"/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Font typeface="Wingdings" pitchFamily="2" charset="2"/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Font typeface="Wingdings" pitchFamily="2" charset="2"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Font typeface="Wingdings" pitchFamily="2" charset="2"/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Nome Sobrenome</a:t>
            </a:r>
          </a:p>
        </p:txBody>
      </p:sp>
    </p:spTree>
    <p:extLst>
      <p:ext uri="{BB962C8B-B14F-4D97-AF65-F5344CB8AC3E}">
        <p14:creationId xmlns:p14="http://schemas.microsoft.com/office/powerpoint/2010/main" val="30678388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resentad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orma Livre 26">
            <a:extLst>
              <a:ext uri="{FF2B5EF4-FFF2-40B4-BE49-F238E27FC236}">
                <a16:creationId xmlns:a16="http://schemas.microsoft.com/office/drawing/2014/main" id="{40C1961F-DE87-134B-89A3-ECE80DEA0EC0}"/>
              </a:ext>
            </a:extLst>
          </p:cNvPr>
          <p:cNvSpPr/>
          <p:nvPr userDrawn="1"/>
        </p:nvSpPr>
        <p:spPr>
          <a:xfrm>
            <a:off x="1" y="0"/>
            <a:ext cx="11023597" cy="4467754"/>
          </a:xfrm>
          <a:custGeom>
            <a:avLst/>
            <a:gdLst>
              <a:gd name="connsiteX0" fmla="*/ 0 w 11023597"/>
              <a:gd name="connsiteY0" fmla="*/ 0 h 4467754"/>
              <a:gd name="connsiteX1" fmla="*/ 11023597 w 11023597"/>
              <a:gd name="connsiteY1" fmla="*/ 0 h 4467754"/>
              <a:gd name="connsiteX2" fmla="*/ 11023597 w 11023597"/>
              <a:gd name="connsiteY2" fmla="*/ 2905601 h 4467754"/>
              <a:gd name="connsiteX3" fmla="*/ 19578 w 11023597"/>
              <a:gd name="connsiteY3" fmla="*/ 4467754 h 4467754"/>
              <a:gd name="connsiteX4" fmla="*/ 0 w 11023597"/>
              <a:gd name="connsiteY4" fmla="*/ 4364257 h 446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23597" h="4467754">
                <a:moveTo>
                  <a:pt x="0" y="0"/>
                </a:moveTo>
                <a:lnTo>
                  <a:pt x="11023597" y="0"/>
                </a:lnTo>
                <a:lnTo>
                  <a:pt x="11023597" y="2905601"/>
                </a:lnTo>
                <a:lnTo>
                  <a:pt x="19578" y="4467754"/>
                </a:lnTo>
                <a:lnTo>
                  <a:pt x="0" y="436425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spaço Reservado para Imagem 4">
            <a:extLst>
              <a:ext uri="{FF2B5EF4-FFF2-40B4-BE49-F238E27FC236}">
                <a16:creationId xmlns:a16="http://schemas.microsoft.com/office/drawing/2014/main" id="{70ED36B9-ACB5-9140-BE96-D46501B9E9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59947" y="2302848"/>
            <a:ext cx="3007483" cy="300464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76200">
            <a:solidFill>
              <a:schemeClr val="bg1"/>
            </a:solidFill>
          </a:ln>
        </p:spPr>
        <p:txBody>
          <a:bodyPr/>
          <a:lstStyle/>
          <a:p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24" name="Espaço Reservado para Conteúdo 2">
            <a:extLst>
              <a:ext uri="{FF2B5EF4-FFF2-40B4-BE49-F238E27FC236}">
                <a16:creationId xmlns:a16="http://schemas.microsoft.com/office/drawing/2014/main" id="{E81F8CE6-BFFD-9F46-8234-2D05D89B0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15792" y="2331455"/>
            <a:ext cx="6337737" cy="300464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  <a:defRPr sz="2000">
                <a:solidFill>
                  <a:schemeClr val="bg1"/>
                </a:solidFill>
              </a:defRPr>
            </a:lvl1pPr>
            <a:lvl2pPr marL="457200" indent="0" algn="l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  <a:defRPr sz="1800">
                <a:solidFill>
                  <a:schemeClr val="bg1"/>
                </a:solidFill>
              </a:defRPr>
            </a:lvl2pPr>
            <a:lvl3pPr marL="914400" indent="0" algn="l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  <a:defRPr sz="1600">
                <a:solidFill>
                  <a:schemeClr val="bg1"/>
                </a:solidFill>
              </a:defRPr>
            </a:lvl3pPr>
            <a:lvl4pPr marL="1371600" indent="0" algn="l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  <a:defRPr sz="1400">
                <a:solidFill>
                  <a:schemeClr val="bg1"/>
                </a:solidFill>
              </a:defRPr>
            </a:lvl4pPr>
            <a:lvl5pPr marL="1828800" indent="0" algn="l">
              <a:lnSpc>
                <a:spcPct val="100000"/>
              </a:lnSpc>
              <a:spcAft>
                <a:spcPts val="0"/>
              </a:spcAft>
              <a:buFont typeface="Wingdings" pitchFamily="2" charset="2"/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06682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n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A5228A7F-D053-5E47-A9B9-A29ECE90019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8624" y="1026226"/>
            <a:ext cx="3559499" cy="5034149"/>
          </a:xfrm>
          <a:solidFill>
            <a:schemeClr val="accent2">
              <a:lumMod val="60000"/>
              <a:lumOff val="40000"/>
            </a:schemeClr>
          </a:solidFill>
          <a:effectLst>
            <a:outerShdw blurRad="444500" dist="38100" dir="5400000" sx="103000" sy="103000" algn="t" rotWithShape="0">
              <a:schemeClr val="accent2">
                <a:lumMod val="50000"/>
                <a:alpha val="25000"/>
              </a:schemeClr>
            </a:outerShdw>
          </a:effectLst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cxnSp>
        <p:nvCxnSpPr>
          <p:cNvPr id="8" name="Conector Reto 7">
            <a:extLst>
              <a:ext uri="{FF2B5EF4-FFF2-40B4-BE49-F238E27FC236}">
                <a16:creationId xmlns:a16="http://schemas.microsoft.com/office/drawing/2014/main" id="{5E9013E8-CAAF-BA4B-9001-70370095A9A2}"/>
              </a:ext>
            </a:extLst>
          </p:cNvPr>
          <p:cNvCxnSpPr>
            <a:cxnSpLocks/>
          </p:cNvCxnSpPr>
          <p:nvPr userDrawn="1"/>
        </p:nvCxnSpPr>
        <p:spPr>
          <a:xfrm>
            <a:off x="1101092" y="0"/>
            <a:ext cx="0" cy="1011938"/>
          </a:xfrm>
          <a:prstGeom prst="line">
            <a:avLst/>
          </a:prstGeom>
          <a:ln w="31750">
            <a:solidFill>
              <a:schemeClr val="accent2">
                <a:lumMod val="75000"/>
              </a:schemeClr>
            </a:solidFill>
          </a:ln>
          <a:effectLst>
            <a:outerShdw blurRad="203200" dist="38100" dir="5400000" sx="90000" sy="90000" algn="t" rotWithShape="0">
              <a:schemeClr val="accent2">
                <a:lumMod val="75000"/>
                <a:alpha val="20000"/>
              </a:scheme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28CD82DD-7F35-B440-B7C4-0E49E1E50D7E}"/>
              </a:ext>
            </a:extLst>
          </p:cNvPr>
          <p:cNvCxnSpPr>
            <a:cxnSpLocks/>
          </p:cNvCxnSpPr>
          <p:nvPr userDrawn="1"/>
        </p:nvCxnSpPr>
        <p:spPr>
          <a:xfrm>
            <a:off x="3315654" y="0"/>
            <a:ext cx="0" cy="1011938"/>
          </a:xfrm>
          <a:prstGeom prst="line">
            <a:avLst/>
          </a:prstGeom>
          <a:ln w="31750">
            <a:solidFill>
              <a:schemeClr val="accent2">
                <a:lumMod val="75000"/>
              </a:schemeClr>
            </a:solidFill>
          </a:ln>
          <a:effectLst>
            <a:outerShdw blurRad="203200" dist="38100" dir="5400000" sx="90000" sy="90000" algn="t" rotWithShape="0">
              <a:schemeClr val="accent2">
                <a:lumMod val="75000"/>
                <a:alpha val="20000"/>
              </a:scheme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Espaço Reservado para Imagem 4">
            <a:extLst>
              <a:ext uri="{FF2B5EF4-FFF2-40B4-BE49-F238E27FC236}">
                <a16:creationId xmlns:a16="http://schemas.microsoft.com/office/drawing/2014/main" id="{94902F1A-095D-B147-A763-EB3BAE2F6DEB}"/>
              </a:ext>
            </a:extLst>
          </p:cNvPr>
          <p:cNvSpPr>
            <a:spLocks noGrp="1"/>
          </p:cNvSpPr>
          <p:nvPr userDrawn="1">
            <p:ph type="pic" sz="quarter" idx="11"/>
          </p:nvPr>
        </p:nvSpPr>
        <p:spPr>
          <a:xfrm>
            <a:off x="4343399" y="1026226"/>
            <a:ext cx="3559499" cy="5034149"/>
          </a:xfrm>
          <a:solidFill>
            <a:schemeClr val="accent2">
              <a:lumMod val="60000"/>
              <a:lumOff val="40000"/>
            </a:schemeClr>
          </a:solidFill>
          <a:effectLst>
            <a:outerShdw blurRad="444500" dist="38100" dir="5400000" sx="103000" sy="103000" algn="t" rotWithShape="0">
              <a:schemeClr val="accent2">
                <a:lumMod val="50000"/>
                <a:alpha val="25000"/>
              </a:schemeClr>
            </a:outerShdw>
          </a:effectLst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243C9C97-78F8-EC48-8EB6-EE9AE2F3B0C8}"/>
              </a:ext>
            </a:extLst>
          </p:cNvPr>
          <p:cNvCxnSpPr>
            <a:cxnSpLocks/>
          </p:cNvCxnSpPr>
          <p:nvPr userDrawn="1"/>
        </p:nvCxnSpPr>
        <p:spPr>
          <a:xfrm>
            <a:off x="5015867" y="0"/>
            <a:ext cx="0" cy="1011938"/>
          </a:xfrm>
          <a:prstGeom prst="line">
            <a:avLst/>
          </a:prstGeom>
          <a:ln w="31750">
            <a:solidFill>
              <a:schemeClr val="accent2">
                <a:lumMod val="75000"/>
              </a:schemeClr>
            </a:solidFill>
          </a:ln>
          <a:effectLst>
            <a:outerShdw blurRad="203200" dist="38100" dir="5400000" sx="90000" sy="90000" algn="t" rotWithShape="0">
              <a:schemeClr val="accent2">
                <a:lumMod val="75000"/>
                <a:alpha val="20000"/>
              </a:scheme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78BB5AEA-5C9A-FA48-977B-3C49B818F11C}"/>
              </a:ext>
            </a:extLst>
          </p:cNvPr>
          <p:cNvCxnSpPr>
            <a:cxnSpLocks/>
          </p:cNvCxnSpPr>
          <p:nvPr userDrawn="1"/>
        </p:nvCxnSpPr>
        <p:spPr>
          <a:xfrm>
            <a:off x="7230429" y="0"/>
            <a:ext cx="0" cy="1011938"/>
          </a:xfrm>
          <a:prstGeom prst="line">
            <a:avLst/>
          </a:prstGeom>
          <a:ln w="31750">
            <a:solidFill>
              <a:schemeClr val="accent2">
                <a:lumMod val="75000"/>
              </a:schemeClr>
            </a:solidFill>
          </a:ln>
          <a:effectLst>
            <a:outerShdw blurRad="203200" dist="38100" dir="5400000" sx="90000" sy="90000" algn="t" rotWithShape="0">
              <a:schemeClr val="accent2">
                <a:lumMod val="75000"/>
                <a:alpha val="20000"/>
              </a:scheme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Espaço Reservado para Imagem 4">
            <a:extLst>
              <a:ext uri="{FF2B5EF4-FFF2-40B4-BE49-F238E27FC236}">
                <a16:creationId xmlns:a16="http://schemas.microsoft.com/office/drawing/2014/main" id="{D91E11ED-B8E2-8241-9477-099254DE5333}"/>
              </a:ext>
            </a:extLst>
          </p:cNvPr>
          <p:cNvSpPr>
            <a:spLocks noGrp="1"/>
          </p:cNvSpPr>
          <p:nvPr userDrawn="1">
            <p:ph type="pic" sz="quarter" idx="12"/>
          </p:nvPr>
        </p:nvSpPr>
        <p:spPr>
          <a:xfrm>
            <a:off x="8258174" y="1026226"/>
            <a:ext cx="3559499" cy="5034149"/>
          </a:xfrm>
          <a:solidFill>
            <a:schemeClr val="accent2">
              <a:lumMod val="60000"/>
              <a:lumOff val="40000"/>
            </a:schemeClr>
          </a:solidFill>
          <a:effectLst>
            <a:outerShdw blurRad="444500" dist="38100" dir="5400000" sx="103000" sy="103000" algn="t" rotWithShape="0">
              <a:schemeClr val="accent2">
                <a:lumMod val="50000"/>
                <a:alpha val="25000"/>
              </a:schemeClr>
            </a:outerShdw>
          </a:effectLst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EEC2975A-1D8B-4E42-9E1D-8BCA63FDDF07}"/>
              </a:ext>
            </a:extLst>
          </p:cNvPr>
          <p:cNvCxnSpPr>
            <a:cxnSpLocks/>
          </p:cNvCxnSpPr>
          <p:nvPr userDrawn="1"/>
        </p:nvCxnSpPr>
        <p:spPr>
          <a:xfrm>
            <a:off x="8930642" y="0"/>
            <a:ext cx="0" cy="1011938"/>
          </a:xfrm>
          <a:prstGeom prst="line">
            <a:avLst/>
          </a:prstGeom>
          <a:ln w="31750">
            <a:solidFill>
              <a:schemeClr val="accent2">
                <a:lumMod val="75000"/>
              </a:schemeClr>
            </a:solidFill>
          </a:ln>
          <a:effectLst>
            <a:outerShdw blurRad="203200" dist="38100" dir="5400000" sx="90000" sy="90000" algn="t" rotWithShape="0">
              <a:schemeClr val="accent2">
                <a:lumMod val="75000"/>
                <a:alpha val="20000"/>
              </a:scheme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AA00C9FF-B941-A24D-9B4E-DCFD6C0D72D3}"/>
              </a:ext>
            </a:extLst>
          </p:cNvPr>
          <p:cNvCxnSpPr>
            <a:cxnSpLocks/>
          </p:cNvCxnSpPr>
          <p:nvPr userDrawn="1"/>
        </p:nvCxnSpPr>
        <p:spPr>
          <a:xfrm>
            <a:off x="11145204" y="0"/>
            <a:ext cx="0" cy="1011938"/>
          </a:xfrm>
          <a:prstGeom prst="line">
            <a:avLst/>
          </a:prstGeom>
          <a:ln w="31750">
            <a:solidFill>
              <a:schemeClr val="accent2">
                <a:lumMod val="75000"/>
              </a:schemeClr>
            </a:solidFill>
          </a:ln>
          <a:effectLst>
            <a:outerShdw blurRad="203200" dist="38100" dir="5400000" sx="90000" sy="90000" algn="t" rotWithShape="0">
              <a:schemeClr val="accent2">
                <a:lumMod val="75000"/>
                <a:alpha val="20000"/>
              </a:schemeClr>
            </a:outerShd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45459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la noteboo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com Único Canto Arredondado 6">
            <a:extLst>
              <a:ext uri="{FF2B5EF4-FFF2-40B4-BE49-F238E27FC236}">
                <a16:creationId xmlns:a16="http://schemas.microsoft.com/office/drawing/2014/main" id="{C7D2F107-34A5-A94D-9017-4BC28F24BD9A}"/>
              </a:ext>
            </a:extLst>
          </p:cNvPr>
          <p:cNvSpPr/>
          <p:nvPr userDrawn="1"/>
        </p:nvSpPr>
        <p:spPr>
          <a:xfrm>
            <a:off x="11679416" y="6635472"/>
            <a:ext cx="141496" cy="152400"/>
          </a:xfrm>
          <a:prstGeom prst="round1Rect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F68F3F2-D619-1946-B30C-372541AB0698}"/>
              </a:ext>
            </a:extLst>
          </p:cNvPr>
          <p:cNvSpPr/>
          <p:nvPr userDrawn="1"/>
        </p:nvSpPr>
        <p:spPr>
          <a:xfrm>
            <a:off x="0" y="0"/>
            <a:ext cx="12191999" cy="21065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 descr="Uma imagem contendo equipamentos eletrônicos, computador, monitor, mostrador&#10;&#10;Descrição gerada automaticamente">
            <a:extLst>
              <a:ext uri="{FF2B5EF4-FFF2-40B4-BE49-F238E27FC236}">
                <a16:creationId xmlns:a16="http://schemas.microsoft.com/office/drawing/2014/main" id="{5BF524BA-08F6-A642-8D2A-D4CB966981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77926" y="1719676"/>
            <a:ext cx="9047333" cy="5192112"/>
          </a:xfrm>
          <a:prstGeom prst="rect">
            <a:avLst/>
          </a:prstGeom>
        </p:spPr>
      </p:pic>
      <p:sp>
        <p:nvSpPr>
          <p:cNvPr id="14" name="Título 1">
            <a:extLst>
              <a:ext uri="{FF2B5EF4-FFF2-40B4-BE49-F238E27FC236}">
                <a16:creationId xmlns:a16="http://schemas.microsoft.com/office/drawing/2014/main" id="{91BB360E-DBFA-2348-9160-60FB408C6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197" y="681037"/>
            <a:ext cx="10774204" cy="100965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5" name="Espaço Reservado para Número de Slide 5">
            <a:extLst>
              <a:ext uri="{FF2B5EF4-FFF2-40B4-BE49-F238E27FC236}">
                <a16:creationId xmlns:a16="http://schemas.microsoft.com/office/drawing/2014/main" id="{190049EE-59FC-7D4A-A8EE-71837A639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49970" y="150813"/>
            <a:ext cx="965366" cy="395287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fld id="{6865F194-EA74-E84B-B26D-7B8DB0CCB88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6" name="Espaço Reservado para Texto 11">
            <a:extLst>
              <a:ext uri="{FF2B5EF4-FFF2-40B4-BE49-F238E27FC236}">
                <a16:creationId xmlns:a16="http://schemas.microsoft.com/office/drawing/2014/main" id="{F2EAA27B-E504-8C40-80FC-E641F4A9F2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664" y="150813"/>
            <a:ext cx="10473306" cy="395287"/>
          </a:xfrm>
        </p:spPr>
        <p:txBody>
          <a:bodyPr anchor="b">
            <a:noAutofit/>
          </a:bodyPr>
          <a:lstStyle>
            <a:lvl1pPr marL="0" indent="0">
              <a:buNone/>
              <a:defRPr sz="1400" spc="300">
                <a:solidFill>
                  <a:schemeClr val="accent5">
                    <a:lumMod val="9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5pPr>
          </a:lstStyle>
          <a:p>
            <a:pPr lvl="0"/>
            <a:r>
              <a:rPr lang="pt-BR" dirty="0"/>
              <a:t>ASSUNTO DO SLIDE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DE1A24E5-E8FC-684C-8EC0-C04F6F494C34}"/>
              </a:ext>
            </a:extLst>
          </p:cNvPr>
          <p:cNvCxnSpPr>
            <a:cxnSpLocks/>
          </p:cNvCxnSpPr>
          <p:nvPr userDrawn="1"/>
        </p:nvCxnSpPr>
        <p:spPr>
          <a:xfrm>
            <a:off x="0" y="1213016"/>
            <a:ext cx="502865" cy="0"/>
          </a:xfrm>
          <a:prstGeom prst="line">
            <a:avLst/>
          </a:prstGeom>
          <a:ln w="25400">
            <a:solidFill>
              <a:schemeClr val="accent5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spaço Reservado para Conteúdo 2">
            <a:extLst>
              <a:ext uri="{FF2B5EF4-FFF2-40B4-BE49-F238E27FC236}">
                <a16:creationId xmlns:a16="http://schemas.microsoft.com/office/drawing/2014/main" id="{21AD7F82-E984-4F4B-A2D4-AC05DEFDD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091" y="2371156"/>
            <a:ext cx="2723335" cy="40037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Font typeface="Wingdings" pitchFamily="2" charset="2"/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Aft>
                <a:spcPts val="600"/>
              </a:spcAft>
              <a:buFont typeface="Wingdings" pitchFamily="2" charset="2"/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Font typeface="Wingdings" pitchFamily="2" charset="2"/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Font typeface="Wingdings" pitchFamily="2" charset="2"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Font typeface="Wingdings" pitchFamily="2" charset="2"/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E0FA3388-B714-1446-84A5-A34AB80F89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30320" y="2003613"/>
            <a:ext cx="6924040" cy="435785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269458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la Celula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CF68F3F2-D619-1946-B30C-372541AB0698}"/>
              </a:ext>
            </a:extLst>
          </p:cNvPr>
          <p:cNvSpPr/>
          <p:nvPr userDrawn="1"/>
        </p:nvSpPr>
        <p:spPr>
          <a:xfrm>
            <a:off x="0" y="0"/>
            <a:ext cx="12191999" cy="21065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91BB360E-DBFA-2348-9160-60FB408C6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197" y="681037"/>
            <a:ext cx="10774204" cy="100965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5" name="Espaço Reservado para Número de Slide 5">
            <a:extLst>
              <a:ext uri="{FF2B5EF4-FFF2-40B4-BE49-F238E27FC236}">
                <a16:creationId xmlns:a16="http://schemas.microsoft.com/office/drawing/2014/main" id="{190049EE-59FC-7D4A-A8EE-71837A639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49970" y="150813"/>
            <a:ext cx="965366" cy="395287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fld id="{6865F194-EA74-E84B-B26D-7B8DB0CCB88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6" name="Espaço Reservado para Texto 11">
            <a:extLst>
              <a:ext uri="{FF2B5EF4-FFF2-40B4-BE49-F238E27FC236}">
                <a16:creationId xmlns:a16="http://schemas.microsoft.com/office/drawing/2014/main" id="{F2EAA27B-E504-8C40-80FC-E641F4A9F2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664" y="150813"/>
            <a:ext cx="10473306" cy="395287"/>
          </a:xfrm>
        </p:spPr>
        <p:txBody>
          <a:bodyPr anchor="b">
            <a:noAutofit/>
          </a:bodyPr>
          <a:lstStyle>
            <a:lvl1pPr marL="0" indent="0">
              <a:buNone/>
              <a:defRPr sz="1400" spc="300">
                <a:solidFill>
                  <a:schemeClr val="accent5">
                    <a:lumMod val="9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5pPr>
          </a:lstStyle>
          <a:p>
            <a:pPr lvl="0"/>
            <a:r>
              <a:rPr lang="pt-BR" dirty="0"/>
              <a:t>ASSUNTO DO SLIDE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DE1A24E5-E8FC-684C-8EC0-C04F6F494C34}"/>
              </a:ext>
            </a:extLst>
          </p:cNvPr>
          <p:cNvCxnSpPr>
            <a:cxnSpLocks/>
          </p:cNvCxnSpPr>
          <p:nvPr userDrawn="1"/>
        </p:nvCxnSpPr>
        <p:spPr>
          <a:xfrm>
            <a:off x="0" y="1213016"/>
            <a:ext cx="502865" cy="0"/>
          </a:xfrm>
          <a:prstGeom prst="line">
            <a:avLst/>
          </a:prstGeom>
          <a:ln w="25400">
            <a:solidFill>
              <a:schemeClr val="accent5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Espaço Reservado para Conteúdo 2">
            <a:extLst>
              <a:ext uri="{FF2B5EF4-FFF2-40B4-BE49-F238E27FC236}">
                <a16:creationId xmlns:a16="http://schemas.microsoft.com/office/drawing/2014/main" id="{21AD7F82-E984-4F4B-A2D4-AC05DEFDD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091" y="2371156"/>
            <a:ext cx="2723335" cy="40037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Aft>
                <a:spcPts val="600"/>
              </a:spcAft>
              <a:buFont typeface="Wingdings" pitchFamily="2" charset="2"/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Aft>
                <a:spcPts val="600"/>
              </a:spcAft>
              <a:buFont typeface="Wingdings" pitchFamily="2" charset="2"/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Font typeface="Wingdings" pitchFamily="2" charset="2"/>
              <a:buNone/>
              <a:defRPr sz="160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Font typeface="Wingdings" pitchFamily="2" charset="2"/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Font typeface="Wingdings" pitchFamily="2" charset="2"/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pic>
        <p:nvPicPr>
          <p:cNvPr id="4" name="Imagem 3" descr="Uma imagem contendo captura de tela&#10;&#10;Descrição gerada automaticamente">
            <a:extLst>
              <a:ext uri="{FF2B5EF4-FFF2-40B4-BE49-F238E27FC236}">
                <a16:creationId xmlns:a16="http://schemas.microsoft.com/office/drawing/2014/main" id="{6468E60F-20FC-6449-AFDB-7B70ADEA81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11169" y="1690687"/>
            <a:ext cx="2362844" cy="5016499"/>
          </a:xfrm>
          <a:prstGeom prst="rect">
            <a:avLst/>
          </a:prstGeom>
        </p:spPr>
      </p:pic>
      <p:sp>
        <p:nvSpPr>
          <p:cNvPr id="6" name="Espaço Reservado para Imagem 5">
            <a:extLst>
              <a:ext uri="{FF2B5EF4-FFF2-40B4-BE49-F238E27FC236}">
                <a16:creationId xmlns:a16="http://schemas.microsoft.com/office/drawing/2014/main" id="{E0FA3388-B714-1446-84A5-A34AB80F89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41695" y="1958674"/>
            <a:ext cx="2130692" cy="4522808"/>
          </a:xfrm>
          <a:prstGeom prst="roundRect">
            <a:avLst>
              <a:gd name="adj" fmla="val 7993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pic>
        <p:nvPicPr>
          <p:cNvPr id="12" name="Imagem 11" descr="Uma imagem contendo captura de tela&#10;&#10;Descrição gerada automaticamente">
            <a:extLst>
              <a:ext uri="{FF2B5EF4-FFF2-40B4-BE49-F238E27FC236}">
                <a16:creationId xmlns:a16="http://schemas.microsoft.com/office/drawing/2014/main" id="{0B345CF3-6971-D842-BC2D-D4C5D0F166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47690" y="1690687"/>
            <a:ext cx="2362844" cy="5016499"/>
          </a:xfrm>
          <a:prstGeom prst="rect">
            <a:avLst/>
          </a:prstGeom>
        </p:spPr>
      </p:pic>
      <p:sp>
        <p:nvSpPr>
          <p:cNvPr id="13" name="Espaço Reservado para Imagem 5">
            <a:extLst>
              <a:ext uri="{FF2B5EF4-FFF2-40B4-BE49-F238E27FC236}">
                <a16:creationId xmlns:a16="http://schemas.microsoft.com/office/drawing/2014/main" id="{E30AAA66-20A3-F74B-8CF7-EC632DB2E5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78216" y="1958674"/>
            <a:ext cx="2130692" cy="4522808"/>
          </a:xfrm>
          <a:prstGeom prst="roundRect">
            <a:avLst>
              <a:gd name="adj" fmla="val 7993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pic>
        <p:nvPicPr>
          <p:cNvPr id="17" name="Imagem 16" descr="Uma imagem contendo captura de tela&#10;&#10;Descrição gerada automaticamente">
            <a:extLst>
              <a:ext uri="{FF2B5EF4-FFF2-40B4-BE49-F238E27FC236}">
                <a16:creationId xmlns:a16="http://schemas.microsoft.com/office/drawing/2014/main" id="{4E6F19E1-CD3D-2E44-B323-1CA4214D5B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29525" y="1690687"/>
            <a:ext cx="2362844" cy="5016499"/>
          </a:xfrm>
          <a:prstGeom prst="rect">
            <a:avLst/>
          </a:prstGeom>
        </p:spPr>
      </p:pic>
      <p:sp>
        <p:nvSpPr>
          <p:cNvPr id="19" name="Espaço Reservado para Imagem 5">
            <a:extLst>
              <a:ext uri="{FF2B5EF4-FFF2-40B4-BE49-F238E27FC236}">
                <a16:creationId xmlns:a16="http://schemas.microsoft.com/office/drawing/2014/main" id="{71F29182-8A6B-024F-816D-F854AFC2967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60051" y="1958674"/>
            <a:ext cx="2130692" cy="4522808"/>
          </a:xfrm>
          <a:prstGeom prst="roundRect">
            <a:avLst>
              <a:gd name="adj" fmla="val 7993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6439751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elular e Texto de Apoi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orma Livre 29">
            <a:extLst>
              <a:ext uri="{FF2B5EF4-FFF2-40B4-BE49-F238E27FC236}">
                <a16:creationId xmlns:a16="http://schemas.microsoft.com/office/drawing/2014/main" id="{FAF907EC-3302-7F4B-A0C7-E6E269AB098E}"/>
              </a:ext>
            </a:extLst>
          </p:cNvPr>
          <p:cNvSpPr/>
          <p:nvPr userDrawn="1"/>
        </p:nvSpPr>
        <p:spPr>
          <a:xfrm flipH="1">
            <a:off x="7776375" y="0"/>
            <a:ext cx="4415624" cy="5218176"/>
          </a:xfrm>
          <a:custGeom>
            <a:avLst/>
            <a:gdLst>
              <a:gd name="connsiteX0" fmla="*/ 0 w 11023597"/>
              <a:gd name="connsiteY0" fmla="*/ 0 h 4467754"/>
              <a:gd name="connsiteX1" fmla="*/ 11023597 w 11023597"/>
              <a:gd name="connsiteY1" fmla="*/ 0 h 4467754"/>
              <a:gd name="connsiteX2" fmla="*/ 11023597 w 11023597"/>
              <a:gd name="connsiteY2" fmla="*/ 2905601 h 4467754"/>
              <a:gd name="connsiteX3" fmla="*/ 19578 w 11023597"/>
              <a:gd name="connsiteY3" fmla="*/ 4467754 h 4467754"/>
              <a:gd name="connsiteX4" fmla="*/ 0 w 11023597"/>
              <a:gd name="connsiteY4" fmla="*/ 4364257 h 446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23597" h="4467754">
                <a:moveTo>
                  <a:pt x="0" y="0"/>
                </a:moveTo>
                <a:lnTo>
                  <a:pt x="11023597" y="0"/>
                </a:lnTo>
                <a:lnTo>
                  <a:pt x="11023597" y="2905601"/>
                </a:lnTo>
                <a:lnTo>
                  <a:pt x="19578" y="4467754"/>
                </a:lnTo>
                <a:lnTo>
                  <a:pt x="0" y="436425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E076CC7A-1D1D-3046-A8A1-A878ADAAB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197" y="681037"/>
            <a:ext cx="6896846" cy="100965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26" name="Espaço Reservado para Conteúdo 2">
            <a:extLst>
              <a:ext uri="{FF2B5EF4-FFF2-40B4-BE49-F238E27FC236}">
                <a16:creationId xmlns:a16="http://schemas.microsoft.com/office/drawing/2014/main" id="{7928D864-3FD7-3542-ACBB-CFCED354D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197" y="2033515"/>
            <a:ext cx="6896845" cy="44355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Font typeface="Wingdings" pitchFamily="2" charset="2"/>
              <a:buNone/>
              <a:defRPr/>
            </a:lvl1pPr>
            <a:lvl2pPr marL="685800" indent="-228600">
              <a:lnSpc>
                <a:spcPct val="120000"/>
              </a:lnSpc>
              <a:spcAft>
                <a:spcPts val="600"/>
              </a:spcAft>
              <a:buFont typeface="Wingdings" pitchFamily="2" charset="2"/>
              <a:buChar char="§"/>
              <a:defRPr/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Wingdings" pitchFamily="2" charset="2"/>
              <a:buChar char="§"/>
              <a:defRPr/>
            </a:lvl3pPr>
            <a:lvl4pPr marL="1600200" indent="-228600">
              <a:lnSpc>
                <a:spcPct val="120000"/>
              </a:lnSpc>
              <a:spcAft>
                <a:spcPts val="600"/>
              </a:spcAft>
              <a:buFont typeface="Wingdings" pitchFamily="2" charset="2"/>
              <a:buChar char="§"/>
              <a:defRPr/>
            </a:lvl4pPr>
            <a:lvl5pPr marL="2057400" indent="-228600">
              <a:lnSpc>
                <a:spcPct val="120000"/>
              </a:lnSpc>
              <a:spcAft>
                <a:spcPts val="600"/>
              </a:spcAft>
              <a:buFont typeface="Wingdings" pitchFamily="2" charset="2"/>
              <a:buChar char="§"/>
              <a:defRPr/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48255203-138B-6843-B903-10CDE63C877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849970" y="150813"/>
            <a:ext cx="965366" cy="395287"/>
          </a:xfrm>
          <a:prstGeom prst="rect">
            <a:avLst/>
          </a:prstGeom>
        </p:spPr>
        <p:txBody>
          <a:bodyPr/>
          <a:lstStyle>
            <a:lvl1pPr>
              <a:defRPr sz="1050">
                <a:solidFill>
                  <a:schemeClr val="accent5"/>
                </a:solidFill>
              </a:defRPr>
            </a:lvl1pPr>
          </a:lstStyle>
          <a:p>
            <a:fld id="{6865F194-EA74-E84B-B26D-7B8DB0CCB88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8" name="Espaço Reservado para Texto 11">
            <a:extLst>
              <a:ext uri="{FF2B5EF4-FFF2-40B4-BE49-F238E27FC236}">
                <a16:creationId xmlns:a16="http://schemas.microsoft.com/office/drawing/2014/main" id="{6AE5499D-A3AE-E942-BCF5-FE145D514F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6664" y="150813"/>
            <a:ext cx="10473306" cy="395287"/>
          </a:xfrm>
        </p:spPr>
        <p:txBody>
          <a:bodyPr anchor="b">
            <a:noAutofit/>
          </a:bodyPr>
          <a:lstStyle>
            <a:lvl1pPr marL="0" indent="0">
              <a:buNone/>
              <a:defRPr sz="1400" spc="300">
                <a:solidFill>
                  <a:schemeClr val="accent5">
                    <a:lumMod val="9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5pPr>
          </a:lstStyle>
          <a:p>
            <a:pPr lvl="0"/>
            <a:r>
              <a:rPr lang="pt-BR" dirty="0"/>
              <a:t>ASSUNTO DO SLIDE</a:t>
            </a: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C4145281-4770-F745-9519-2DE38D71CE60}"/>
              </a:ext>
            </a:extLst>
          </p:cNvPr>
          <p:cNvCxnSpPr>
            <a:cxnSpLocks/>
          </p:cNvCxnSpPr>
          <p:nvPr userDrawn="1"/>
        </p:nvCxnSpPr>
        <p:spPr>
          <a:xfrm>
            <a:off x="0" y="1213016"/>
            <a:ext cx="502865" cy="0"/>
          </a:xfrm>
          <a:prstGeom prst="line">
            <a:avLst/>
          </a:prstGeom>
          <a:ln w="25400">
            <a:solidFill>
              <a:schemeClr val="accent5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m 10" descr="Uma imagem contendo captura de tela&#10;&#10;Descrição gerada automaticamente">
            <a:extLst>
              <a:ext uri="{FF2B5EF4-FFF2-40B4-BE49-F238E27FC236}">
                <a16:creationId xmlns:a16="http://schemas.microsoft.com/office/drawing/2014/main" id="{95C31E8E-1BDA-CD46-A7FC-11F713D62E0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86979" y="546100"/>
            <a:ext cx="2861716" cy="6075643"/>
          </a:xfrm>
          <a:prstGeom prst="rect">
            <a:avLst/>
          </a:prstGeom>
        </p:spPr>
      </p:pic>
      <p:sp>
        <p:nvSpPr>
          <p:cNvPr id="12" name="Espaço Reservado para Imagem 5">
            <a:extLst>
              <a:ext uri="{FF2B5EF4-FFF2-40B4-BE49-F238E27FC236}">
                <a16:creationId xmlns:a16="http://schemas.microsoft.com/office/drawing/2014/main" id="{2F6BB22C-3836-944F-8C08-886C41509EA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27562" y="850232"/>
            <a:ext cx="2580549" cy="5509794"/>
          </a:xfrm>
          <a:prstGeom prst="roundRect">
            <a:avLst>
              <a:gd name="adj" fmla="val 7993"/>
            </a:avLst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29100066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od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6419B6-85FD-A745-9650-77A936509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49970" y="150813"/>
            <a:ext cx="965366" cy="395287"/>
          </a:xfrm>
          <a:prstGeom prst="rect">
            <a:avLst/>
          </a:prstGeom>
        </p:spPr>
        <p:txBody>
          <a:bodyPr/>
          <a:lstStyle>
            <a:lvl1pPr>
              <a:defRPr sz="1050"/>
            </a:lvl1pPr>
          </a:lstStyle>
          <a:p>
            <a:fld id="{6865F194-EA74-E84B-B26D-7B8DB0CCB88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Texto 11">
            <a:extLst>
              <a:ext uri="{FF2B5EF4-FFF2-40B4-BE49-F238E27FC236}">
                <a16:creationId xmlns:a16="http://schemas.microsoft.com/office/drawing/2014/main" id="{BB595FE1-949E-2845-B6A9-549E7EF689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6664" y="150813"/>
            <a:ext cx="10473306" cy="395287"/>
          </a:xfrm>
        </p:spPr>
        <p:txBody>
          <a:bodyPr anchor="b">
            <a:noAutofit/>
          </a:bodyPr>
          <a:lstStyle>
            <a:lvl1pPr marL="0" indent="0">
              <a:buNone/>
              <a:defRPr sz="1400" spc="300">
                <a:solidFill>
                  <a:schemeClr val="accent5">
                    <a:lumMod val="9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5pPr>
          </a:lstStyle>
          <a:p>
            <a:pPr lvl="0"/>
            <a:r>
              <a:rPr lang="pt-BR" dirty="0"/>
              <a:t>ASSUNTO DO SLIDE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8C059DA2-FD74-034B-A6C8-C1782D3F0374}"/>
              </a:ext>
            </a:extLst>
          </p:cNvPr>
          <p:cNvSpPr/>
          <p:nvPr userDrawn="1"/>
        </p:nvSpPr>
        <p:spPr>
          <a:xfrm>
            <a:off x="691197" y="6605516"/>
            <a:ext cx="10774203" cy="2524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spaço Reservado para Imagem 7">
            <a:extLst>
              <a:ext uri="{FF2B5EF4-FFF2-40B4-BE49-F238E27FC236}">
                <a16:creationId xmlns:a16="http://schemas.microsoft.com/office/drawing/2014/main" id="{E5242130-CB9C-094C-ABCC-8392714CF88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50838" y="738188"/>
            <a:ext cx="4237037" cy="5691187"/>
          </a:xfrm>
          <a:solidFill>
            <a:schemeClr val="accent2"/>
          </a:solidFill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19" name="Espaço Reservado para Imagem 7">
            <a:extLst>
              <a:ext uri="{FF2B5EF4-FFF2-40B4-BE49-F238E27FC236}">
                <a16:creationId xmlns:a16="http://schemas.microsoft.com/office/drawing/2014/main" id="{1F4A0D0B-EA7A-5749-B560-EF033E1D2F8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714290" y="738189"/>
            <a:ext cx="4237037" cy="2690812"/>
          </a:xfrm>
          <a:solidFill>
            <a:schemeClr val="accent1"/>
          </a:solidFill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20" name="Espaço Reservado para Imagem 7">
            <a:extLst>
              <a:ext uri="{FF2B5EF4-FFF2-40B4-BE49-F238E27FC236}">
                <a16:creationId xmlns:a16="http://schemas.microsoft.com/office/drawing/2014/main" id="{096CC2FF-3785-074C-B54D-405EB0D8140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714290" y="3593683"/>
            <a:ext cx="4237037" cy="2835692"/>
          </a:xfrm>
          <a:solidFill>
            <a:schemeClr val="accent3"/>
          </a:solidFill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22" name="Espaço Reservado para Imagem 7">
            <a:extLst>
              <a:ext uri="{FF2B5EF4-FFF2-40B4-BE49-F238E27FC236}">
                <a16:creationId xmlns:a16="http://schemas.microsoft.com/office/drawing/2014/main" id="{A6DEB9E6-5E99-2843-BD57-73D0458A4625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077503" y="738188"/>
            <a:ext cx="2737833" cy="4122569"/>
          </a:xfrm>
          <a:solidFill>
            <a:schemeClr val="accent4"/>
          </a:solidFill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24" name="Espaço Reservado para Imagem 7">
            <a:extLst>
              <a:ext uri="{FF2B5EF4-FFF2-40B4-BE49-F238E27FC236}">
                <a16:creationId xmlns:a16="http://schemas.microsoft.com/office/drawing/2014/main" id="{EF6732C2-396F-0242-A919-6671FC7F08E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77503" y="5001972"/>
            <a:ext cx="2737833" cy="1430911"/>
          </a:xfrm>
          <a:solidFill>
            <a:schemeClr val="tx1"/>
          </a:solidFill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32944629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ou vídeo tela chei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ço Reservado para Imagem 7">
            <a:extLst>
              <a:ext uri="{FF2B5EF4-FFF2-40B4-BE49-F238E27FC236}">
                <a16:creationId xmlns:a16="http://schemas.microsoft.com/office/drawing/2014/main" id="{E5242130-CB9C-094C-ABCC-8392714CF88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2000" cy="6858000"/>
          </a:xfrm>
          <a:solidFill>
            <a:schemeClr val="accent2"/>
          </a:solidFill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22130453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e Texto de Apoi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orma Livre 29">
            <a:extLst>
              <a:ext uri="{FF2B5EF4-FFF2-40B4-BE49-F238E27FC236}">
                <a16:creationId xmlns:a16="http://schemas.microsoft.com/office/drawing/2014/main" id="{FAF907EC-3302-7F4B-A0C7-E6E269AB098E}"/>
              </a:ext>
            </a:extLst>
          </p:cNvPr>
          <p:cNvSpPr/>
          <p:nvPr userDrawn="1"/>
        </p:nvSpPr>
        <p:spPr>
          <a:xfrm flipH="1">
            <a:off x="7776375" y="0"/>
            <a:ext cx="4415624" cy="5218176"/>
          </a:xfrm>
          <a:custGeom>
            <a:avLst/>
            <a:gdLst>
              <a:gd name="connsiteX0" fmla="*/ 0 w 11023597"/>
              <a:gd name="connsiteY0" fmla="*/ 0 h 4467754"/>
              <a:gd name="connsiteX1" fmla="*/ 11023597 w 11023597"/>
              <a:gd name="connsiteY1" fmla="*/ 0 h 4467754"/>
              <a:gd name="connsiteX2" fmla="*/ 11023597 w 11023597"/>
              <a:gd name="connsiteY2" fmla="*/ 2905601 h 4467754"/>
              <a:gd name="connsiteX3" fmla="*/ 19578 w 11023597"/>
              <a:gd name="connsiteY3" fmla="*/ 4467754 h 4467754"/>
              <a:gd name="connsiteX4" fmla="*/ 0 w 11023597"/>
              <a:gd name="connsiteY4" fmla="*/ 4364257 h 446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23597" h="4467754">
                <a:moveTo>
                  <a:pt x="0" y="0"/>
                </a:moveTo>
                <a:lnTo>
                  <a:pt x="11023597" y="0"/>
                </a:lnTo>
                <a:lnTo>
                  <a:pt x="11023597" y="2905601"/>
                </a:lnTo>
                <a:lnTo>
                  <a:pt x="19578" y="4467754"/>
                </a:lnTo>
                <a:lnTo>
                  <a:pt x="0" y="436425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Espaço Reservado para Imagem 4">
            <a:extLst>
              <a:ext uri="{FF2B5EF4-FFF2-40B4-BE49-F238E27FC236}">
                <a16:creationId xmlns:a16="http://schemas.microsoft.com/office/drawing/2014/main" id="{D91E11ED-B8E2-8241-9477-099254DE5333}"/>
              </a:ext>
            </a:extLst>
          </p:cNvPr>
          <p:cNvSpPr>
            <a:spLocks noGrp="1"/>
          </p:cNvSpPr>
          <p:nvPr userDrawn="1">
            <p:ph type="pic" sz="quarter" idx="12"/>
          </p:nvPr>
        </p:nvSpPr>
        <p:spPr>
          <a:xfrm>
            <a:off x="8258174" y="1026226"/>
            <a:ext cx="3559499" cy="5034149"/>
          </a:xfr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444500" dist="38100" dir="5400000" sx="103000" sy="103000" algn="t" rotWithShape="0">
              <a:schemeClr val="bg2">
                <a:lumMod val="75000"/>
                <a:alpha val="25000"/>
              </a:schemeClr>
            </a:outerShdw>
          </a:effectLst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EEC2975A-1D8B-4E42-9E1D-8BCA63FDDF07}"/>
              </a:ext>
            </a:extLst>
          </p:cNvPr>
          <p:cNvCxnSpPr>
            <a:cxnSpLocks/>
          </p:cNvCxnSpPr>
          <p:nvPr userDrawn="1"/>
        </p:nvCxnSpPr>
        <p:spPr>
          <a:xfrm>
            <a:off x="8930642" y="0"/>
            <a:ext cx="0" cy="1011938"/>
          </a:xfrm>
          <a:prstGeom prst="line">
            <a:avLst/>
          </a:prstGeom>
          <a:ln w="6350">
            <a:solidFill>
              <a:schemeClr val="accent5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AA00C9FF-B941-A24D-9B4E-DCFD6C0D72D3}"/>
              </a:ext>
            </a:extLst>
          </p:cNvPr>
          <p:cNvCxnSpPr>
            <a:cxnSpLocks/>
          </p:cNvCxnSpPr>
          <p:nvPr userDrawn="1"/>
        </p:nvCxnSpPr>
        <p:spPr>
          <a:xfrm>
            <a:off x="11145204" y="0"/>
            <a:ext cx="0" cy="1011938"/>
          </a:xfrm>
          <a:prstGeom prst="line">
            <a:avLst/>
          </a:prstGeom>
          <a:ln w="6350">
            <a:solidFill>
              <a:schemeClr val="accent5"/>
            </a:solidFill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ítulo 1">
            <a:extLst>
              <a:ext uri="{FF2B5EF4-FFF2-40B4-BE49-F238E27FC236}">
                <a16:creationId xmlns:a16="http://schemas.microsoft.com/office/drawing/2014/main" id="{E076CC7A-1D1D-3046-A8A1-A878ADAAB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197" y="681037"/>
            <a:ext cx="6896846" cy="1009651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26" name="Espaço Reservado para Conteúdo 2">
            <a:extLst>
              <a:ext uri="{FF2B5EF4-FFF2-40B4-BE49-F238E27FC236}">
                <a16:creationId xmlns:a16="http://schemas.microsoft.com/office/drawing/2014/main" id="{7928D864-3FD7-3542-ACBB-CFCED354D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197" y="2033515"/>
            <a:ext cx="6896845" cy="44355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Aft>
                <a:spcPts val="600"/>
              </a:spcAft>
              <a:buFont typeface="Wingdings" pitchFamily="2" charset="2"/>
              <a:buNone/>
              <a:defRPr/>
            </a:lvl1pPr>
            <a:lvl2pPr marL="685800" indent="-228600">
              <a:lnSpc>
                <a:spcPct val="120000"/>
              </a:lnSpc>
              <a:spcAft>
                <a:spcPts val="600"/>
              </a:spcAft>
              <a:buFont typeface="Wingdings" pitchFamily="2" charset="2"/>
              <a:buChar char="§"/>
              <a:defRPr/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Font typeface="Wingdings" pitchFamily="2" charset="2"/>
              <a:buChar char="§"/>
              <a:defRPr/>
            </a:lvl3pPr>
            <a:lvl4pPr marL="1600200" indent="-228600">
              <a:lnSpc>
                <a:spcPct val="120000"/>
              </a:lnSpc>
              <a:spcAft>
                <a:spcPts val="600"/>
              </a:spcAft>
              <a:buFont typeface="Wingdings" pitchFamily="2" charset="2"/>
              <a:buChar char="§"/>
              <a:defRPr/>
            </a:lvl4pPr>
            <a:lvl5pPr marL="2057400" indent="-228600">
              <a:lnSpc>
                <a:spcPct val="120000"/>
              </a:lnSpc>
              <a:spcAft>
                <a:spcPts val="600"/>
              </a:spcAft>
              <a:buFont typeface="Wingdings" pitchFamily="2" charset="2"/>
              <a:buChar char="§"/>
              <a:defRPr/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  <p:sp>
        <p:nvSpPr>
          <p:cNvPr id="27" name="Espaço Reservado para Número de Slide 5">
            <a:extLst>
              <a:ext uri="{FF2B5EF4-FFF2-40B4-BE49-F238E27FC236}">
                <a16:creationId xmlns:a16="http://schemas.microsoft.com/office/drawing/2014/main" id="{48255203-138B-6843-B903-10CDE63C877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849970" y="150813"/>
            <a:ext cx="965366" cy="395287"/>
          </a:xfrm>
          <a:prstGeom prst="rect">
            <a:avLst/>
          </a:prstGeom>
        </p:spPr>
        <p:txBody>
          <a:bodyPr/>
          <a:lstStyle>
            <a:lvl1pPr>
              <a:defRPr sz="1050">
                <a:solidFill>
                  <a:schemeClr val="accent5"/>
                </a:solidFill>
              </a:defRPr>
            </a:lvl1pPr>
          </a:lstStyle>
          <a:p>
            <a:fld id="{6865F194-EA74-E84B-B26D-7B8DB0CCB88D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8" name="Espaço Reservado para Texto 11">
            <a:extLst>
              <a:ext uri="{FF2B5EF4-FFF2-40B4-BE49-F238E27FC236}">
                <a16:creationId xmlns:a16="http://schemas.microsoft.com/office/drawing/2014/main" id="{6AE5499D-A3AE-E942-BCF5-FE145D514F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6664" y="150813"/>
            <a:ext cx="10473306" cy="395287"/>
          </a:xfrm>
        </p:spPr>
        <p:txBody>
          <a:bodyPr anchor="b">
            <a:noAutofit/>
          </a:bodyPr>
          <a:lstStyle>
            <a:lvl1pPr marL="0" indent="0">
              <a:buNone/>
              <a:defRPr sz="1400" spc="300">
                <a:solidFill>
                  <a:schemeClr val="accent5">
                    <a:lumMod val="9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accent5">
                    <a:lumMod val="90000"/>
                  </a:schemeClr>
                </a:solidFill>
              </a:defRPr>
            </a:lvl5pPr>
          </a:lstStyle>
          <a:p>
            <a:pPr lvl="0"/>
            <a:r>
              <a:rPr lang="pt-BR" dirty="0"/>
              <a:t>ASSUNTO DO SLIDE</a:t>
            </a:r>
          </a:p>
        </p:txBody>
      </p: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C4145281-4770-F745-9519-2DE38D71CE60}"/>
              </a:ext>
            </a:extLst>
          </p:cNvPr>
          <p:cNvCxnSpPr>
            <a:cxnSpLocks/>
          </p:cNvCxnSpPr>
          <p:nvPr userDrawn="1"/>
        </p:nvCxnSpPr>
        <p:spPr>
          <a:xfrm>
            <a:off x="0" y="1213016"/>
            <a:ext cx="502865" cy="0"/>
          </a:xfrm>
          <a:prstGeom prst="line">
            <a:avLst/>
          </a:prstGeom>
          <a:ln w="25400">
            <a:solidFill>
              <a:schemeClr val="accent5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4159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 Imagem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ço Reservado para Imagem 22">
            <a:extLst>
              <a:ext uri="{FF2B5EF4-FFF2-40B4-BE49-F238E27FC236}">
                <a16:creationId xmlns:a16="http://schemas.microsoft.com/office/drawing/2014/main" id="{450E923D-0BA8-3944-BF52-0F6624753A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1023600" cy="4438995"/>
          </a:xfrm>
          <a:custGeom>
            <a:avLst/>
            <a:gdLst>
              <a:gd name="connsiteX0" fmla="*/ 9793883 w 9793883"/>
              <a:gd name="connsiteY0" fmla="*/ 0 h 4696030"/>
              <a:gd name="connsiteX1" fmla="*/ 0 w 9793883"/>
              <a:gd name="connsiteY1" fmla="*/ 0 h 4696030"/>
              <a:gd name="connsiteX2" fmla="*/ 0 w 9793883"/>
              <a:gd name="connsiteY2" fmla="*/ 4696030 h 4696030"/>
              <a:gd name="connsiteX3" fmla="*/ 138722 w 9793883"/>
              <a:gd name="connsiteY3" fmla="*/ 4696030 h 4696030"/>
              <a:gd name="connsiteX4" fmla="*/ 9793883 w 9793883"/>
              <a:gd name="connsiteY4" fmla="*/ 3107068 h 4696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3883" h="4696030">
                <a:moveTo>
                  <a:pt x="9793883" y="0"/>
                </a:moveTo>
                <a:lnTo>
                  <a:pt x="0" y="0"/>
                </a:lnTo>
                <a:lnTo>
                  <a:pt x="0" y="4696030"/>
                </a:lnTo>
                <a:lnTo>
                  <a:pt x="138722" y="4696030"/>
                </a:lnTo>
                <a:lnTo>
                  <a:pt x="9793883" y="3107068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70000"/>
            </a:schemeClr>
          </a:solidFill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4CD57D3B-9F2F-1140-915E-332FD8641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799" y="2048933"/>
            <a:ext cx="7264399" cy="431799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80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79922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 Imagem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ço Reservado para Imagem 22">
            <a:extLst>
              <a:ext uri="{FF2B5EF4-FFF2-40B4-BE49-F238E27FC236}">
                <a16:creationId xmlns:a16="http://schemas.microsoft.com/office/drawing/2014/main" id="{450E923D-0BA8-3944-BF52-0F6624753A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1023600" cy="4438995"/>
          </a:xfrm>
          <a:custGeom>
            <a:avLst/>
            <a:gdLst>
              <a:gd name="connsiteX0" fmla="*/ 9793883 w 9793883"/>
              <a:gd name="connsiteY0" fmla="*/ 0 h 4696030"/>
              <a:gd name="connsiteX1" fmla="*/ 0 w 9793883"/>
              <a:gd name="connsiteY1" fmla="*/ 0 h 4696030"/>
              <a:gd name="connsiteX2" fmla="*/ 0 w 9793883"/>
              <a:gd name="connsiteY2" fmla="*/ 4696030 h 4696030"/>
              <a:gd name="connsiteX3" fmla="*/ 138722 w 9793883"/>
              <a:gd name="connsiteY3" fmla="*/ 4696030 h 4696030"/>
              <a:gd name="connsiteX4" fmla="*/ 9793883 w 9793883"/>
              <a:gd name="connsiteY4" fmla="*/ 3107068 h 4696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3883" h="4696030">
                <a:moveTo>
                  <a:pt x="9793883" y="0"/>
                </a:moveTo>
                <a:lnTo>
                  <a:pt x="0" y="0"/>
                </a:lnTo>
                <a:lnTo>
                  <a:pt x="0" y="4696030"/>
                </a:lnTo>
                <a:lnTo>
                  <a:pt x="138722" y="4696030"/>
                </a:lnTo>
                <a:lnTo>
                  <a:pt x="9793883" y="3107068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70000"/>
            </a:schemeClr>
          </a:solidFill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4CD57D3B-9F2F-1140-915E-332FD8641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799" y="2048933"/>
            <a:ext cx="7264399" cy="431799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80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680276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 Imagem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ço Reservado para Imagem 22">
            <a:extLst>
              <a:ext uri="{FF2B5EF4-FFF2-40B4-BE49-F238E27FC236}">
                <a16:creationId xmlns:a16="http://schemas.microsoft.com/office/drawing/2014/main" id="{450E923D-0BA8-3944-BF52-0F6624753A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1023600" cy="4438995"/>
          </a:xfrm>
          <a:custGeom>
            <a:avLst/>
            <a:gdLst>
              <a:gd name="connsiteX0" fmla="*/ 9793883 w 9793883"/>
              <a:gd name="connsiteY0" fmla="*/ 0 h 4696030"/>
              <a:gd name="connsiteX1" fmla="*/ 0 w 9793883"/>
              <a:gd name="connsiteY1" fmla="*/ 0 h 4696030"/>
              <a:gd name="connsiteX2" fmla="*/ 0 w 9793883"/>
              <a:gd name="connsiteY2" fmla="*/ 4696030 h 4696030"/>
              <a:gd name="connsiteX3" fmla="*/ 138722 w 9793883"/>
              <a:gd name="connsiteY3" fmla="*/ 4696030 h 4696030"/>
              <a:gd name="connsiteX4" fmla="*/ 9793883 w 9793883"/>
              <a:gd name="connsiteY4" fmla="*/ 3107068 h 4696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793883" h="4696030">
                <a:moveTo>
                  <a:pt x="9793883" y="0"/>
                </a:moveTo>
                <a:lnTo>
                  <a:pt x="0" y="0"/>
                </a:lnTo>
                <a:lnTo>
                  <a:pt x="0" y="4696030"/>
                </a:lnTo>
                <a:lnTo>
                  <a:pt x="138722" y="4696030"/>
                </a:lnTo>
                <a:lnTo>
                  <a:pt x="9793883" y="3107068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70000"/>
            </a:schemeClr>
          </a:solidFill>
        </p:spPr>
        <p:txBody>
          <a:bodyPr wrap="square">
            <a:noAutofit/>
          </a:bodyPr>
          <a:lstStyle/>
          <a:p>
            <a:r>
              <a:rPr lang="pt-BR"/>
              <a:t>Clique no ícone para adicionar uma imagem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4CD57D3B-9F2F-1140-915E-332FD8641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799" y="2048933"/>
            <a:ext cx="7264399" cy="431799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80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9075551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vre 5">
            <a:extLst>
              <a:ext uri="{FF2B5EF4-FFF2-40B4-BE49-F238E27FC236}">
                <a16:creationId xmlns:a16="http://schemas.microsoft.com/office/drawing/2014/main" id="{D05083E0-67A1-AE4A-8557-070F086FE4A0}"/>
              </a:ext>
            </a:extLst>
          </p:cNvPr>
          <p:cNvSpPr/>
          <p:nvPr userDrawn="1"/>
        </p:nvSpPr>
        <p:spPr>
          <a:xfrm>
            <a:off x="1" y="0"/>
            <a:ext cx="11023597" cy="4467754"/>
          </a:xfrm>
          <a:custGeom>
            <a:avLst/>
            <a:gdLst>
              <a:gd name="connsiteX0" fmla="*/ 0 w 11023597"/>
              <a:gd name="connsiteY0" fmla="*/ 0 h 4467754"/>
              <a:gd name="connsiteX1" fmla="*/ 11023597 w 11023597"/>
              <a:gd name="connsiteY1" fmla="*/ 0 h 4467754"/>
              <a:gd name="connsiteX2" fmla="*/ 11023597 w 11023597"/>
              <a:gd name="connsiteY2" fmla="*/ 2905601 h 4467754"/>
              <a:gd name="connsiteX3" fmla="*/ 19578 w 11023597"/>
              <a:gd name="connsiteY3" fmla="*/ 4467754 h 4467754"/>
              <a:gd name="connsiteX4" fmla="*/ 0 w 11023597"/>
              <a:gd name="connsiteY4" fmla="*/ 4364257 h 44677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23597" h="4467754">
                <a:moveTo>
                  <a:pt x="0" y="0"/>
                </a:moveTo>
                <a:lnTo>
                  <a:pt x="11023597" y="0"/>
                </a:lnTo>
                <a:lnTo>
                  <a:pt x="11023597" y="2905601"/>
                </a:lnTo>
                <a:lnTo>
                  <a:pt x="19578" y="4467754"/>
                </a:lnTo>
                <a:lnTo>
                  <a:pt x="0" y="4364257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4CD57D3B-9F2F-1140-915E-332FD8641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799" y="2048933"/>
            <a:ext cx="7264399" cy="4317999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8000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22684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0892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4479F15-5E30-9E42-A0B8-DE95A3636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199" y="365125"/>
            <a:ext cx="1077420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DC924D-20DB-EA40-A32C-F84D21A03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198" y="1825625"/>
            <a:ext cx="1077420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0E1F3CC-1725-BC4D-9E44-9DD4003455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6600" y="6356350"/>
            <a:ext cx="285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93FBAA-9498-BD4E-8D8E-2D14CDEB4CF6}" type="datetime1">
              <a:rPr lang="pt-BR" smtClean="0"/>
              <a:t>18/06/2026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F7545A-F529-DB45-A5A4-5D66B5D78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3E9499-E3D5-F344-8B78-00CFA9FA4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5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5F194-EA74-E84B-B26D-7B8DB0CCB88D}" type="slidenum">
              <a:rPr lang="pt-BR" smtClean="0"/>
              <a:t>‹nº›</a:t>
            </a:fld>
            <a:endParaRPr lang="pt-BR" dirty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DEBB1592-4D28-FC47-9477-4BA1C52595A0}"/>
              </a:ext>
            </a:extLst>
          </p:cNvPr>
          <p:cNvSpPr/>
          <p:nvPr userDrawn="1"/>
        </p:nvSpPr>
        <p:spPr>
          <a:xfrm>
            <a:off x="0" y="-721894"/>
            <a:ext cx="641684" cy="64168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5F8C8F63-69EA-5A43-8829-FC821C5CA17A}"/>
              </a:ext>
            </a:extLst>
          </p:cNvPr>
          <p:cNvSpPr/>
          <p:nvPr userDrawn="1"/>
        </p:nvSpPr>
        <p:spPr>
          <a:xfrm>
            <a:off x="673768" y="-721894"/>
            <a:ext cx="641684" cy="6416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19612A13-5E99-FE46-8A84-AE844B5E6E70}"/>
              </a:ext>
            </a:extLst>
          </p:cNvPr>
          <p:cNvSpPr/>
          <p:nvPr userDrawn="1"/>
        </p:nvSpPr>
        <p:spPr>
          <a:xfrm>
            <a:off x="1347536" y="-721894"/>
            <a:ext cx="641684" cy="64168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28ABAC8-2693-3F41-A48C-5A8B5A50372C}"/>
              </a:ext>
            </a:extLst>
          </p:cNvPr>
          <p:cNvSpPr/>
          <p:nvPr userDrawn="1"/>
        </p:nvSpPr>
        <p:spPr>
          <a:xfrm>
            <a:off x="2021304" y="-721894"/>
            <a:ext cx="641684" cy="6416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9EDB29E-99AE-FF44-A994-F0103F83086E}"/>
              </a:ext>
            </a:extLst>
          </p:cNvPr>
          <p:cNvSpPr/>
          <p:nvPr userDrawn="1"/>
        </p:nvSpPr>
        <p:spPr>
          <a:xfrm>
            <a:off x="2695072" y="-721894"/>
            <a:ext cx="641684" cy="6416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713D9D3F-9040-664E-9057-91E587383244}"/>
              </a:ext>
            </a:extLst>
          </p:cNvPr>
          <p:cNvSpPr/>
          <p:nvPr userDrawn="1"/>
        </p:nvSpPr>
        <p:spPr>
          <a:xfrm>
            <a:off x="3368840" y="-721894"/>
            <a:ext cx="641684" cy="64168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A26B6F25-14B1-F740-85DC-1C2F0DCBF849}"/>
              </a:ext>
            </a:extLst>
          </p:cNvPr>
          <p:cNvSpPr/>
          <p:nvPr userDrawn="1"/>
        </p:nvSpPr>
        <p:spPr>
          <a:xfrm>
            <a:off x="4042611" y="-721894"/>
            <a:ext cx="641684" cy="64168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37891E2A-6DBD-E24A-B67B-63B6B11CC65A}"/>
              </a:ext>
            </a:extLst>
          </p:cNvPr>
          <p:cNvSpPr/>
          <p:nvPr userDrawn="1"/>
        </p:nvSpPr>
        <p:spPr>
          <a:xfrm>
            <a:off x="10170696" y="-1395662"/>
            <a:ext cx="641684" cy="641684"/>
          </a:xfrm>
          <a:prstGeom prst="rect">
            <a:avLst/>
          </a:prstGeom>
          <a:solidFill>
            <a:srgbClr val="0119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37105B63-EB2F-CC4C-A376-DCCB2AC6FAC7}"/>
              </a:ext>
            </a:extLst>
          </p:cNvPr>
          <p:cNvSpPr/>
          <p:nvPr userDrawn="1"/>
        </p:nvSpPr>
        <p:spPr>
          <a:xfrm>
            <a:off x="10844464" y="-1395662"/>
            <a:ext cx="641684" cy="641684"/>
          </a:xfrm>
          <a:prstGeom prst="rect">
            <a:avLst/>
          </a:prstGeom>
          <a:solidFill>
            <a:srgbClr val="FCB62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37811D44-4C51-7C42-892E-8A7A83A7A2AC}"/>
              </a:ext>
            </a:extLst>
          </p:cNvPr>
          <p:cNvSpPr/>
          <p:nvPr userDrawn="1"/>
        </p:nvSpPr>
        <p:spPr>
          <a:xfrm>
            <a:off x="11518232" y="-1395662"/>
            <a:ext cx="641684" cy="641684"/>
          </a:xfrm>
          <a:prstGeom prst="rect">
            <a:avLst/>
          </a:prstGeom>
          <a:solidFill>
            <a:srgbClr val="2957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04A7B624-808D-6841-BA6F-02874319097C}"/>
              </a:ext>
            </a:extLst>
          </p:cNvPr>
          <p:cNvSpPr/>
          <p:nvPr userDrawn="1"/>
        </p:nvSpPr>
        <p:spPr>
          <a:xfrm>
            <a:off x="10170696" y="-2085472"/>
            <a:ext cx="641684" cy="641684"/>
          </a:xfrm>
          <a:prstGeom prst="rect">
            <a:avLst/>
          </a:prstGeom>
          <a:solidFill>
            <a:srgbClr val="4141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175D4A0B-1AC7-A645-B32E-C103F205EDF2}"/>
              </a:ext>
            </a:extLst>
          </p:cNvPr>
          <p:cNvSpPr/>
          <p:nvPr userDrawn="1"/>
        </p:nvSpPr>
        <p:spPr>
          <a:xfrm>
            <a:off x="10844464" y="-2085472"/>
            <a:ext cx="641684" cy="641684"/>
          </a:xfrm>
          <a:prstGeom prst="rect">
            <a:avLst/>
          </a:prstGeom>
          <a:solidFill>
            <a:srgbClr val="E21E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D74069D-871F-FE49-9145-002CB5BF1AB2}"/>
              </a:ext>
            </a:extLst>
          </p:cNvPr>
          <p:cNvSpPr/>
          <p:nvPr userDrawn="1"/>
        </p:nvSpPr>
        <p:spPr>
          <a:xfrm>
            <a:off x="11518232" y="-2085472"/>
            <a:ext cx="641684" cy="641684"/>
          </a:xfrm>
          <a:prstGeom prst="rect">
            <a:avLst/>
          </a:prstGeom>
          <a:solidFill>
            <a:srgbClr val="D9DA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94F08A6B-BDAC-184F-94D8-8BFA52E489F4}"/>
              </a:ext>
            </a:extLst>
          </p:cNvPr>
          <p:cNvSpPr/>
          <p:nvPr userDrawn="1"/>
        </p:nvSpPr>
        <p:spPr>
          <a:xfrm>
            <a:off x="9496928" y="-721894"/>
            <a:ext cx="641684" cy="641684"/>
          </a:xfrm>
          <a:prstGeom prst="rect">
            <a:avLst/>
          </a:prstGeom>
          <a:solidFill>
            <a:srgbClr val="00AD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96D8269C-4BF2-4642-8BF8-6E6B217019D0}"/>
              </a:ext>
            </a:extLst>
          </p:cNvPr>
          <p:cNvSpPr/>
          <p:nvPr userDrawn="1"/>
        </p:nvSpPr>
        <p:spPr>
          <a:xfrm>
            <a:off x="10170696" y="-721894"/>
            <a:ext cx="641684" cy="641684"/>
          </a:xfrm>
          <a:prstGeom prst="rect">
            <a:avLst/>
          </a:prstGeom>
          <a:solidFill>
            <a:srgbClr val="ED1C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661F2314-48A1-8840-8DF6-A0C23644C04D}"/>
              </a:ext>
            </a:extLst>
          </p:cNvPr>
          <p:cNvSpPr/>
          <p:nvPr userDrawn="1"/>
        </p:nvSpPr>
        <p:spPr>
          <a:xfrm>
            <a:off x="10844464" y="-721894"/>
            <a:ext cx="641684" cy="641684"/>
          </a:xfrm>
          <a:prstGeom prst="rect">
            <a:avLst/>
          </a:prstGeom>
          <a:solidFill>
            <a:srgbClr val="E9E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2B0D1696-9F82-6F4E-B908-B0371B4FCE7E}"/>
              </a:ext>
            </a:extLst>
          </p:cNvPr>
          <p:cNvSpPr/>
          <p:nvPr userDrawn="1"/>
        </p:nvSpPr>
        <p:spPr>
          <a:xfrm>
            <a:off x="11518232" y="-721894"/>
            <a:ext cx="641684" cy="641684"/>
          </a:xfrm>
          <a:prstGeom prst="rect">
            <a:avLst/>
          </a:prstGeom>
          <a:solidFill>
            <a:srgbClr val="4040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B0E47342-5A5F-D049-8AAB-F3CE69B4CD27}"/>
              </a:ext>
            </a:extLst>
          </p:cNvPr>
          <p:cNvSpPr txBox="1"/>
          <p:nvPr userDrawn="1"/>
        </p:nvSpPr>
        <p:spPr>
          <a:xfrm>
            <a:off x="-623278" y="-449542"/>
            <a:ext cx="527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dirty="0"/>
              <a:t>JCA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4AFCBD1-E6DA-C447-8EED-302B2688E0B0}"/>
              </a:ext>
            </a:extLst>
          </p:cNvPr>
          <p:cNvSpPr txBox="1"/>
          <p:nvPr userDrawn="1"/>
        </p:nvSpPr>
        <p:spPr>
          <a:xfrm>
            <a:off x="12192000" y="-449542"/>
            <a:ext cx="13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Catarinense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71E4FC70-B2B1-0E4D-95C7-F23C2FDEF26F}"/>
              </a:ext>
            </a:extLst>
          </p:cNvPr>
          <p:cNvSpPr txBox="1"/>
          <p:nvPr userDrawn="1"/>
        </p:nvSpPr>
        <p:spPr>
          <a:xfrm>
            <a:off x="12192000" y="-1123310"/>
            <a:ext cx="936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Cometa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25F82A19-3024-7B40-BE9B-477DE709501B}"/>
              </a:ext>
            </a:extLst>
          </p:cNvPr>
          <p:cNvSpPr txBox="1"/>
          <p:nvPr userDrawn="1"/>
        </p:nvSpPr>
        <p:spPr>
          <a:xfrm>
            <a:off x="12192000" y="-1813120"/>
            <a:ext cx="707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1001</a:t>
            </a:r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DAF9A96D-4B47-5D4B-A06F-08272CAD2174}"/>
              </a:ext>
            </a:extLst>
          </p:cNvPr>
          <p:cNvSpPr/>
          <p:nvPr userDrawn="1"/>
        </p:nvSpPr>
        <p:spPr>
          <a:xfrm>
            <a:off x="10170696" y="6946234"/>
            <a:ext cx="641684" cy="641684"/>
          </a:xfrm>
          <a:prstGeom prst="rect">
            <a:avLst/>
          </a:prstGeom>
          <a:solidFill>
            <a:srgbClr val="3250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Retângulo 35">
            <a:extLst>
              <a:ext uri="{FF2B5EF4-FFF2-40B4-BE49-F238E27FC236}">
                <a16:creationId xmlns:a16="http://schemas.microsoft.com/office/drawing/2014/main" id="{632822AD-17DD-9C46-A706-EFDD111E4DD9}"/>
              </a:ext>
            </a:extLst>
          </p:cNvPr>
          <p:cNvSpPr/>
          <p:nvPr userDrawn="1"/>
        </p:nvSpPr>
        <p:spPr>
          <a:xfrm>
            <a:off x="10844464" y="6946234"/>
            <a:ext cx="641684" cy="641684"/>
          </a:xfrm>
          <a:prstGeom prst="rect">
            <a:avLst/>
          </a:prstGeom>
          <a:solidFill>
            <a:srgbClr val="2B65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9DD9DBA8-3995-8A44-B760-F149590948B2}"/>
              </a:ext>
            </a:extLst>
          </p:cNvPr>
          <p:cNvSpPr/>
          <p:nvPr userDrawn="1"/>
        </p:nvSpPr>
        <p:spPr>
          <a:xfrm>
            <a:off x="11518232" y="6946234"/>
            <a:ext cx="641684" cy="641684"/>
          </a:xfrm>
          <a:prstGeom prst="rect">
            <a:avLst/>
          </a:prstGeom>
          <a:solidFill>
            <a:srgbClr val="B0CA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26139DEB-863F-D746-AD11-12C96DC380C1}"/>
              </a:ext>
            </a:extLst>
          </p:cNvPr>
          <p:cNvSpPr txBox="1"/>
          <p:nvPr userDrawn="1"/>
        </p:nvSpPr>
        <p:spPr>
          <a:xfrm>
            <a:off x="12192000" y="7218586"/>
            <a:ext cx="843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Buslog</a:t>
            </a:r>
            <a:endParaRPr lang="pt-BR" dirty="0"/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id="{74C29439-88BE-FD41-96E5-8759869DC8D2}"/>
              </a:ext>
            </a:extLst>
          </p:cNvPr>
          <p:cNvSpPr/>
          <p:nvPr userDrawn="1"/>
        </p:nvSpPr>
        <p:spPr>
          <a:xfrm>
            <a:off x="5245460" y="-721894"/>
            <a:ext cx="641684" cy="641684"/>
          </a:xfrm>
          <a:prstGeom prst="rect">
            <a:avLst/>
          </a:prstGeom>
          <a:solidFill>
            <a:srgbClr val="88C8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EA036814-CC63-B84C-8589-2AA284C86CF3}"/>
              </a:ext>
            </a:extLst>
          </p:cNvPr>
          <p:cNvSpPr/>
          <p:nvPr userDrawn="1"/>
        </p:nvSpPr>
        <p:spPr>
          <a:xfrm>
            <a:off x="5919228" y="-721894"/>
            <a:ext cx="641684" cy="641684"/>
          </a:xfrm>
          <a:prstGeom prst="rect">
            <a:avLst/>
          </a:prstGeom>
          <a:solidFill>
            <a:srgbClr val="008F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22A5C2E9-F9FF-3842-BFA0-B808EA09AA97}"/>
              </a:ext>
            </a:extLst>
          </p:cNvPr>
          <p:cNvSpPr/>
          <p:nvPr userDrawn="1"/>
        </p:nvSpPr>
        <p:spPr>
          <a:xfrm>
            <a:off x="6592996" y="-721894"/>
            <a:ext cx="641684" cy="641684"/>
          </a:xfrm>
          <a:prstGeom prst="rect">
            <a:avLst/>
          </a:prstGeom>
          <a:solidFill>
            <a:srgbClr val="EE83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A69CA83B-4CAA-424A-95AC-21C19134CACF}"/>
              </a:ext>
            </a:extLst>
          </p:cNvPr>
          <p:cNvSpPr txBox="1"/>
          <p:nvPr userDrawn="1"/>
        </p:nvSpPr>
        <p:spPr>
          <a:xfrm>
            <a:off x="7266764" y="-449542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Expresso do Sul</a:t>
            </a:r>
          </a:p>
        </p:txBody>
      </p:sp>
      <p:sp>
        <p:nvSpPr>
          <p:cNvPr id="43" name="Retângulo 42">
            <a:extLst>
              <a:ext uri="{FF2B5EF4-FFF2-40B4-BE49-F238E27FC236}">
                <a16:creationId xmlns:a16="http://schemas.microsoft.com/office/drawing/2014/main" id="{F6517186-E042-694B-B72A-B3F46156444B}"/>
              </a:ext>
            </a:extLst>
          </p:cNvPr>
          <p:cNvSpPr/>
          <p:nvPr userDrawn="1"/>
        </p:nvSpPr>
        <p:spPr>
          <a:xfrm>
            <a:off x="5919228" y="-1395662"/>
            <a:ext cx="641684" cy="641684"/>
          </a:xfrm>
          <a:prstGeom prst="rect">
            <a:avLst/>
          </a:prstGeom>
          <a:solidFill>
            <a:srgbClr val="CF2F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Retângulo 43">
            <a:extLst>
              <a:ext uri="{FF2B5EF4-FFF2-40B4-BE49-F238E27FC236}">
                <a16:creationId xmlns:a16="http://schemas.microsoft.com/office/drawing/2014/main" id="{8EB9743C-EB55-144E-9CFE-EF6400946EA6}"/>
              </a:ext>
            </a:extLst>
          </p:cNvPr>
          <p:cNvSpPr/>
          <p:nvPr userDrawn="1"/>
        </p:nvSpPr>
        <p:spPr>
          <a:xfrm>
            <a:off x="6592996" y="-1395662"/>
            <a:ext cx="641684" cy="641684"/>
          </a:xfrm>
          <a:prstGeom prst="rect">
            <a:avLst/>
          </a:prstGeom>
          <a:solidFill>
            <a:srgbClr val="413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0F34C20B-021D-1C40-BB33-64C41A272CF0}"/>
              </a:ext>
            </a:extLst>
          </p:cNvPr>
          <p:cNvSpPr txBox="1"/>
          <p:nvPr userDrawn="1"/>
        </p:nvSpPr>
        <p:spPr>
          <a:xfrm>
            <a:off x="7266764" y="-1123310"/>
            <a:ext cx="1734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Rápido Ribeirão</a:t>
            </a:r>
          </a:p>
        </p:txBody>
      </p:sp>
      <p:sp>
        <p:nvSpPr>
          <p:cNvPr id="46" name="Retângulo 45">
            <a:extLst>
              <a:ext uri="{FF2B5EF4-FFF2-40B4-BE49-F238E27FC236}">
                <a16:creationId xmlns:a16="http://schemas.microsoft.com/office/drawing/2014/main" id="{528486AE-2E19-FF43-8F8A-E5B3A8A2E93A}"/>
              </a:ext>
            </a:extLst>
          </p:cNvPr>
          <p:cNvSpPr/>
          <p:nvPr userDrawn="1"/>
        </p:nvSpPr>
        <p:spPr>
          <a:xfrm>
            <a:off x="10844464" y="7652085"/>
            <a:ext cx="641684" cy="641684"/>
          </a:xfrm>
          <a:prstGeom prst="rect">
            <a:avLst/>
          </a:prstGeom>
          <a:solidFill>
            <a:srgbClr val="C4D45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3BACE818-0D86-AE49-A86B-45287DD34DEE}"/>
              </a:ext>
            </a:extLst>
          </p:cNvPr>
          <p:cNvSpPr/>
          <p:nvPr userDrawn="1"/>
        </p:nvSpPr>
        <p:spPr>
          <a:xfrm>
            <a:off x="11518232" y="7652085"/>
            <a:ext cx="641684" cy="641684"/>
          </a:xfrm>
          <a:prstGeom prst="rect">
            <a:avLst/>
          </a:prstGeom>
          <a:solidFill>
            <a:srgbClr val="565A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3C25E4FB-E718-4F4C-90E9-FC796F8EB3B3}"/>
              </a:ext>
            </a:extLst>
          </p:cNvPr>
          <p:cNvSpPr txBox="1"/>
          <p:nvPr userDrawn="1"/>
        </p:nvSpPr>
        <p:spPr>
          <a:xfrm>
            <a:off x="12192000" y="7924437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Opção</a:t>
            </a: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5A51B84A-1734-8540-8A6E-C5FBEF442B48}"/>
              </a:ext>
            </a:extLst>
          </p:cNvPr>
          <p:cNvSpPr/>
          <p:nvPr userDrawn="1"/>
        </p:nvSpPr>
        <p:spPr>
          <a:xfrm>
            <a:off x="0" y="6946234"/>
            <a:ext cx="641684" cy="641684"/>
          </a:xfrm>
          <a:prstGeom prst="rect">
            <a:avLst/>
          </a:prstGeom>
          <a:solidFill>
            <a:srgbClr val="533F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B6DAF715-A440-694B-95C6-5ED71008A9F4}"/>
              </a:ext>
            </a:extLst>
          </p:cNvPr>
          <p:cNvSpPr txBox="1"/>
          <p:nvPr userDrawn="1"/>
        </p:nvSpPr>
        <p:spPr>
          <a:xfrm>
            <a:off x="-581599" y="7218586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dirty="0"/>
              <a:t>SIT</a:t>
            </a:r>
          </a:p>
        </p:txBody>
      </p:sp>
      <p:sp>
        <p:nvSpPr>
          <p:cNvPr id="51" name="Retângulo 50">
            <a:extLst>
              <a:ext uri="{FF2B5EF4-FFF2-40B4-BE49-F238E27FC236}">
                <a16:creationId xmlns:a16="http://schemas.microsoft.com/office/drawing/2014/main" id="{B4E0AA41-54AF-1944-AEBA-451AAD53CE48}"/>
              </a:ext>
            </a:extLst>
          </p:cNvPr>
          <p:cNvSpPr/>
          <p:nvPr userDrawn="1"/>
        </p:nvSpPr>
        <p:spPr>
          <a:xfrm>
            <a:off x="0" y="7652085"/>
            <a:ext cx="641684" cy="641684"/>
          </a:xfrm>
          <a:prstGeom prst="rect">
            <a:avLst/>
          </a:prstGeom>
          <a:solidFill>
            <a:srgbClr val="326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866284BA-F3FE-0B41-9000-65B876A28722}"/>
              </a:ext>
            </a:extLst>
          </p:cNvPr>
          <p:cNvSpPr txBox="1"/>
          <p:nvPr userDrawn="1"/>
        </p:nvSpPr>
        <p:spPr>
          <a:xfrm>
            <a:off x="-1291730" y="7924437"/>
            <a:ext cx="1196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dirty="0"/>
              <a:t>Macaense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9D528EA1-84B6-8F48-98BE-B01E51CDFA7A}"/>
              </a:ext>
            </a:extLst>
          </p:cNvPr>
          <p:cNvSpPr txBox="1"/>
          <p:nvPr userDrawn="1"/>
        </p:nvSpPr>
        <p:spPr>
          <a:xfrm>
            <a:off x="4267814" y="6946234"/>
            <a:ext cx="3302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latin typeface="+mj-lt"/>
              </a:rPr>
              <a:t>Títulos: Franklin </a:t>
            </a:r>
            <a:r>
              <a:rPr lang="pt-BR" dirty="0" err="1">
                <a:latin typeface="+mj-lt"/>
              </a:rPr>
              <a:t>Gothic</a:t>
            </a:r>
            <a:r>
              <a:rPr lang="pt-BR" dirty="0">
                <a:latin typeface="+mj-lt"/>
              </a:rPr>
              <a:t> </a:t>
            </a:r>
            <a:r>
              <a:rPr lang="pt-BR" dirty="0" err="1">
                <a:latin typeface="+mj-lt"/>
              </a:rPr>
              <a:t>Medium</a:t>
            </a:r>
            <a:endParaRPr lang="pt-BR" dirty="0">
              <a:latin typeface="+mj-lt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6DDB7C75-C09C-E346-AAE5-C9F0B6A97013}"/>
              </a:ext>
            </a:extLst>
          </p:cNvPr>
          <p:cNvSpPr txBox="1"/>
          <p:nvPr userDrawn="1"/>
        </p:nvSpPr>
        <p:spPr>
          <a:xfrm>
            <a:off x="4117262" y="7395413"/>
            <a:ext cx="3603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latin typeface="+mn-lt"/>
              </a:rPr>
              <a:t>Texto corrido: Franklin </a:t>
            </a:r>
            <a:r>
              <a:rPr lang="pt-BR" dirty="0" err="1">
                <a:latin typeface="+mn-lt"/>
              </a:rPr>
              <a:t>Gothic</a:t>
            </a:r>
            <a:r>
              <a:rPr lang="pt-BR" dirty="0">
                <a:latin typeface="+mn-lt"/>
              </a:rPr>
              <a:t> Book</a:t>
            </a:r>
          </a:p>
        </p:txBody>
      </p:sp>
    </p:spTree>
    <p:extLst>
      <p:ext uri="{BB962C8B-B14F-4D97-AF65-F5344CB8AC3E}">
        <p14:creationId xmlns:p14="http://schemas.microsoft.com/office/powerpoint/2010/main" val="2344628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9" r:id="rId3"/>
    <p:sldLayoutId id="2147483670" r:id="rId4"/>
    <p:sldLayoutId id="2147483671" r:id="rId5"/>
    <p:sldLayoutId id="2147483650" r:id="rId6"/>
    <p:sldLayoutId id="2147483681" r:id="rId7"/>
    <p:sldLayoutId id="2147483687" r:id="rId8"/>
    <p:sldLayoutId id="2147483667" r:id="rId9"/>
    <p:sldLayoutId id="2147483668" r:id="rId10"/>
    <p:sldLayoutId id="2147483665" r:id="rId11"/>
    <p:sldLayoutId id="2147483677" r:id="rId12"/>
    <p:sldLayoutId id="2147483685" r:id="rId13"/>
    <p:sldLayoutId id="2147483686" r:id="rId14"/>
    <p:sldLayoutId id="2147483666" r:id="rId15"/>
    <p:sldLayoutId id="2147483679" r:id="rId16"/>
    <p:sldLayoutId id="2147483680" r:id="rId17"/>
    <p:sldLayoutId id="2147483683" r:id="rId18"/>
    <p:sldLayoutId id="2147483682" r:id="rId19"/>
    <p:sldLayoutId id="2147483684" r:id="rId20"/>
    <p:sldLayoutId id="2147483672" r:id="rId21"/>
    <p:sldLayoutId id="2147483661" r:id="rId22"/>
    <p:sldLayoutId id="2147483673" r:id="rId23"/>
    <p:sldLayoutId id="2147483678" r:id="rId24"/>
    <p:sldLayoutId id="2147483664" r:id="rId25"/>
    <p:sldLayoutId id="2147483676" r:id="rId2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ítulo 3">
            <a:extLst>
              <a:ext uri="{FF2B5EF4-FFF2-40B4-BE49-F238E27FC236}">
                <a16:creationId xmlns:a16="http://schemas.microsoft.com/office/drawing/2014/main" id="{32787DDC-81FF-F64C-D15B-C7346EF358B5}"/>
              </a:ext>
            </a:extLst>
          </p:cNvPr>
          <p:cNvSpPr txBox="1">
            <a:spLocks/>
          </p:cNvSpPr>
          <p:nvPr/>
        </p:nvSpPr>
        <p:spPr>
          <a:xfrm>
            <a:off x="619344" y="3686449"/>
            <a:ext cx="5357998" cy="5094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itchFamily="2" charset="2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000" b="1" dirty="0">
                <a:solidFill>
                  <a:schemeClr val="bg1"/>
                </a:solidFill>
              </a:rPr>
              <a:t>Performance de Canais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F058691-BC3B-1AA9-40FC-C9677BA17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346" y="1568636"/>
            <a:ext cx="6636035" cy="3917763"/>
          </a:xfrm>
          <a:prstGeom prst="rect">
            <a:avLst/>
          </a:prstGeom>
        </p:spPr>
      </p:pic>
      <p:sp>
        <p:nvSpPr>
          <p:cNvPr id="6" name="Subtítulo 5">
            <a:extLst>
              <a:ext uri="{FF2B5EF4-FFF2-40B4-BE49-F238E27FC236}">
                <a16:creationId xmlns:a16="http://schemas.microsoft.com/office/drawing/2014/main" id="{A72D0BA3-98C3-4343-F4DE-DCD08BD539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344" y="4707854"/>
            <a:ext cx="2142710" cy="50946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pt-BR" dirty="0"/>
              <a:t>Acumulado Ano</a:t>
            </a:r>
          </a:p>
          <a:p>
            <a:pPr>
              <a:lnSpc>
                <a:spcPct val="10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48719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F8E1B-F564-E724-F257-E95FB91D2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C41753FE-612D-D42B-238A-AE793ED38F16}"/>
              </a:ext>
            </a:extLst>
          </p:cNvPr>
          <p:cNvSpPr txBox="1">
            <a:spLocks/>
          </p:cNvSpPr>
          <p:nvPr/>
        </p:nvSpPr>
        <p:spPr>
          <a:xfrm>
            <a:off x="484366" y="8164"/>
            <a:ext cx="10357805" cy="6830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32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C471EBE-5513-DF9D-DF99-9F3CA644F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022" y="-54430"/>
            <a:ext cx="9879956" cy="1009651"/>
          </a:xfrm>
        </p:spPr>
        <p:txBody>
          <a:bodyPr>
            <a:normAutofit/>
          </a:bodyPr>
          <a:lstStyle/>
          <a:p>
            <a:r>
              <a:rPr lang="pt-BR" sz="2800" dirty="0"/>
              <a:t>Participação Canais (Tarifa) -  Mês/Ano (</a:t>
            </a:r>
            <a:r>
              <a:rPr lang="pt-BR" sz="2800" dirty="0" err="1"/>
              <a:t>Ano_anterior</a:t>
            </a:r>
            <a:r>
              <a:rPr lang="pt-BR" sz="2800" dirty="0"/>
              <a:t> x Ano)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96C3A5B-11CD-5EB2-0ED6-A1687D7EC98F}"/>
              </a:ext>
            </a:extLst>
          </p:cNvPr>
          <p:cNvSpPr txBox="1"/>
          <p:nvPr/>
        </p:nvSpPr>
        <p:spPr>
          <a:xfrm>
            <a:off x="386005" y="1028700"/>
            <a:ext cx="200025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dirty="0"/>
              <a:t>Atualizado até dia </a:t>
            </a:r>
          </a:p>
        </p:txBody>
      </p:sp>
    </p:spTree>
    <p:extLst>
      <p:ext uri="{BB962C8B-B14F-4D97-AF65-F5344CB8AC3E}">
        <p14:creationId xmlns:p14="http://schemas.microsoft.com/office/powerpoint/2010/main" val="2182234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0872C-3195-B638-A45D-B6C92934E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EE125BA0-DF75-82AD-5D3B-4D5DB000897D}"/>
              </a:ext>
            </a:extLst>
          </p:cNvPr>
          <p:cNvSpPr txBox="1">
            <a:spLocks/>
          </p:cNvSpPr>
          <p:nvPr/>
        </p:nvSpPr>
        <p:spPr>
          <a:xfrm>
            <a:off x="861438" y="8164"/>
            <a:ext cx="10357805" cy="6830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32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978B515-F371-FCC0-CB6E-A015D1263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512" y="-54430"/>
            <a:ext cx="9879956" cy="1009651"/>
          </a:xfrm>
        </p:spPr>
        <p:txBody>
          <a:bodyPr>
            <a:normAutofit/>
          </a:bodyPr>
          <a:lstStyle/>
          <a:p>
            <a:r>
              <a:rPr lang="pt-BR" sz="2700" dirty="0"/>
              <a:t>Participação Canais (PAX) -  Mês/Ano (</a:t>
            </a:r>
            <a:r>
              <a:rPr lang="pt-BR" sz="2700" dirty="0" err="1"/>
              <a:t>Ano_anterior</a:t>
            </a:r>
            <a:r>
              <a:rPr lang="pt-BR" sz="2700" dirty="0"/>
              <a:t> x Ano)</a:t>
            </a:r>
          </a:p>
        </p:txBody>
      </p:sp>
    </p:spTree>
    <p:extLst>
      <p:ext uri="{BB962C8B-B14F-4D97-AF65-F5344CB8AC3E}">
        <p14:creationId xmlns:p14="http://schemas.microsoft.com/office/powerpoint/2010/main" val="2116372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49D27-5B5F-3638-B29E-39771CD2F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07FFE7A9-EB02-D3A5-FB28-BB11C9532285}"/>
              </a:ext>
            </a:extLst>
          </p:cNvPr>
          <p:cNvSpPr txBox="1">
            <a:spLocks/>
          </p:cNvSpPr>
          <p:nvPr/>
        </p:nvSpPr>
        <p:spPr>
          <a:xfrm>
            <a:off x="861438" y="8164"/>
            <a:ext cx="10357805" cy="6830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32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D055A73-37DE-8213-272E-61E42195F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512" y="-54430"/>
            <a:ext cx="9879956" cy="1009651"/>
          </a:xfrm>
        </p:spPr>
        <p:txBody>
          <a:bodyPr>
            <a:normAutofit/>
          </a:bodyPr>
          <a:lstStyle/>
          <a:p>
            <a:r>
              <a:rPr lang="pt-BR" sz="2700" dirty="0"/>
              <a:t>Participação Canais (TM) -  Mês/Ano (</a:t>
            </a:r>
            <a:r>
              <a:rPr lang="pt-BR" sz="2700" dirty="0" err="1"/>
              <a:t>Ano_anterior</a:t>
            </a:r>
            <a:r>
              <a:rPr lang="pt-BR" sz="2700" dirty="0"/>
              <a:t> x Ano)</a:t>
            </a:r>
          </a:p>
        </p:txBody>
      </p:sp>
    </p:spTree>
    <p:extLst>
      <p:ext uri="{BB962C8B-B14F-4D97-AF65-F5344CB8AC3E}">
        <p14:creationId xmlns:p14="http://schemas.microsoft.com/office/powerpoint/2010/main" val="129353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5BE60DD6-9486-437A-91B7-3E78220F4FF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26800" y="150813"/>
            <a:ext cx="965200" cy="395287"/>
          </a:xfrm>
        </p:spPr>
        <p:txBody>
          <a:bodyPr/>
          <a:lstStyle/>
          <a:p>
            <a:fld id="{6865F194-EA74-E84B-B26D-7B8DB0CCB88D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17536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Grupo JCA">
      <a:dk1>
        <a:srgbClr val="01023F"/>
      </a:dk1>
      <a:lt1>
        <a:srgbClr val="FFFFFF"/>
      </a:lt1>
      <a:dk2>
        <a:srgbClr val="333440"/>
      </a:dk2>
      <a:lt2>
        <a:srgbClr val="F5F6F6"/>
      </a:lt2>
      <a:accent1>
        <a:srgbClr val="EF5B5D"/>
      </a:accent1>
      <a:accent2>
        <a:srgbClr val="54A2A5"/>
      </a:accent2>
      <a:accent3>
        <a:srgbClr val="AF272F"/>
      </a:accent3>
      <a:accent4>
        <a:srgbClr val="E06136"/>
      </a:accent4>
      <a:accent5>
        <a:srgbClr val="CCCCCC"/>
      </a:accent5>
      <a:accent6>
        <a:srgbClr val="2B3888"/>
      </a:accent6>
      <a:hlink>
        <a:srgbClr val="6ECFF6"/>
      </a:hlink>
      <a:folHlink>
        <a:srgbClr val="F0738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-PPT-JCA" id="{100EDD6C-CFC4-AE43-99F3-675A8A4DA12D}" vid="{B3DC8CA9-4DAB-B346-910E-DAAF48FCCC3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[MODELO]Template-PPT-JCA (8)</Template>
  <TotalTime>20701</TotalTime>
  <Words>61</Words>
  <Application>Microsoft Office PowerPoint</Application>
  <PresentationFormat>Widescreen</PresentationFormat>
  <Paragraphs>11</Paragraphs>
  <Slides>5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11" baseType="lpstr">
      <vt:lpstr>Arial</vt:lpstr>
      <vt:lpstr>Calibri</vt:lpstr>
      <vt:lpstr>Franklin Gothic Book</vt:lpstr>
      <vt:lpstr>Franklin Gothic Medium</vt:lpstr>
      <vt:lpstr>Wingdings</vt:lpstr>
      <vt:lpstr>Tema do Office</vt:lpstr>
      <vt:lpstr>Apresentação do PowerPoint</vt:lpstr>
      <vt:lpstr>Participação Canais (Tarifa) -  Mês/Ano (Ano_anterior x Ano)</vt:lpstr>
      <vt:lpstr>Participação Canais (PAX) -  Mês/Ano (Ano_anterior x Ano)</vt:lpstr>
      <vt:lpstr>Participação Canais (TM) -  Mês/Ano (Ano_anterior x Ano)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 Leal</dc:creator>
  <cp:lastModifiedBy>Guilherme Rodrigues Felix</cp:lastModifiedBy>
  <cp:revision>243</cp:revision>
  <cp:lastPrinted>2019-05-17T23:33:03Z</cp:lastPrinted>
  <dcterms:created xsi:type="dcterms:W3CDTF">2023-07-25T20:51:23Z</dcterms:created>
  <dcterms:modified xsi:type="dcterms:W3CDTF">2026-06-18T13:41:55Z</dcterms:modified>
</cp:coreProperties>
</file>